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a99b4bcc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a99b4bcc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a99b4bcc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a99b4bcc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a99b4bccf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a99b4bccf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a99b4bccf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a99b4bccf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a99b4bccf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a99b4bccf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99b4bccf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99b4bccf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99b4bccf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a99b4bccf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99b4bccf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a99b4bccf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99b4bccf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a99b4bccf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a99b4bccf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a99b4bccf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99b4bccf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a99b4bccf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99b4bccf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99b4bccf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a99b4bccf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a99b4bccf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99b4bccf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a99b4bccf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99b4bccf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a99b4bccf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99b4bccf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a99b4bccf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Analytics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Visualisation/Graphing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It is easy to create visualisations in Python using a module named matplotlib.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We need our data in a list(s) to be able to create a graph.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Plotting graphs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first line uses an interface pyplot, from the matplotlib module.  It is mainly used for interactive plots and simple plot generation, which is what we want.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</a:rPr>
              <a:t>We import as plt so that we don’t have to type matplotlib.pyplot every time we want to use it.  We can just type plt instead.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4" y="1152475"/>
            <a:ext cx="5029750" cy="174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output looks like this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375" y="1152463"/>
            <a:ext cx="4667250" cy="37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538" y="38100"/>
            <a:ext cx="5114925" cy="5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the graph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900" y="1242400"/>
            <a:ext cx="61613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77" y="188250"/>
            <a:ext cx="5366699" cy="47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Graphing Options</a:t>
            </a:r>
            <a:endParaRPr b="1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403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A line graph may not always be suitable.  For example, a line between points suggests that they are linked in some way.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following code plots points, with no lines.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1925"/>
            <a:ext cx="4400550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901" y="0"/>
            <a:ext cx="5512824" cy="501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x and y axis</a:t>
            </a:r>
            <a:endParaRPr b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We can show labels on our axis.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Using the following table, we can graph the students and the number of brothers/sisters.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Note: there are two inputs so we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need two lists.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750" y="2233925"/>
            <a:ext cx="4505350" cy="27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-GB"/>
              <a:t>Note: The first argument represents the x-axis and the second argument represents the y-axis</a:t>
            </a:r>
            <a:endParaRPr b="1"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0"/>
            <a:ext cx="6706750" cy="4002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3"/>
          <p:cNvCxnSpPr/>
          <p:nvPr/>
        </p:nvCxnSpPr>
        <p:spPr>
          <a:xfrm>
            <a:off x="4323750" y="2006725"/>
            <a:ext cx="62100" cy="2213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3"/>
          <p:cNvCxnSpPr/>
          <p:nvPr/>
        </p:nvCxnSpPr>
        <p:spPr>
          <a:xfrm rot="10800000">
            <a:off x="4116725" y="2048100"/>
            <a:ext cx="2277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Additional plot types - Bar Chart</a:t>
            </a:r>
            <a:endParaRPr b="1"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Bar </a:t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1075"/>
            <a:ext cx="48577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9450" y="1090600"/>
            <a:ext cx="3845125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Pie Chart</a:t>
            </a:r>
            <a:endParaRPr b="1"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63" y="1779575"/>
            <a:ext cx="454342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7992" y="1152475"/>
            <a:ext cx="3815032" cy="33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Displaying two datasets on one graph</a:t>
            </a:r>
            <a:endParaRPr b="1"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38" y="1057275"/>
            <a:ext cx="4829175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575" y="1708075"/>
            <a:ext cx="4236625" cy="25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455" y="524180"/>
            <a:ext cx="7267901" cy="39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00" y="445025"/>
            <a:ext cx="6834150" cy="29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75" y="445026"/>
            <a:ext cx="5288602" cy="41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1675" y="1818339"/>
            <a:ext cx="3652324" cy="2701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