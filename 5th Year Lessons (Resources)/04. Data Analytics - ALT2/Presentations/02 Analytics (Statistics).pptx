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7f05b5482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7f05b5482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7f05b5482a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7f05b5482a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7f05b5482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7f05b5482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7f05b5482a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7f05b5482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7f05b5482a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7f05b5482a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87454276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87454276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874542769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874542769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874542769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874542769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874542769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874542769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874542769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874542769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874542769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874542769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8745427696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874542769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8745427696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874542769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Data Analytics Algorithms</a:t>
            </a:r>
            <a:endParaRPr b="1"/>
          </a:p>
        </p:txBody>
      </p:sp>
      <p:sp>
        <p:nvSpPr>
          <p:cNvPr id="55" name="Google Shape;55;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Python is one of the most popular languages for Analytics in 3rd level and industry.  One of the main reasons for this is the speed at which you can conduct Analysis such as getting the maximum and minimum values of a list.</a:t>
            </a:r>
            <a:endParaRPr/>
          </a:p>
          <a:p>
            <a:pPr indent="0" lvl="0" marL="0" rtl="0" algn="l">
              <a:spcBef>
                <a:spcPts val="1600"/>
              </a:spcBef>
              <a:spcAft>
                <a:spcPts val="1600"/>
              </a:spcAft>
              <a:buNone/>
            </a:pPr>
            <a:r>
              <a:rPr lang="en-GB"/>
              <a:t>We can also use the statistics library to find the mean, median and mode or we can code these without the use of a library.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Max and Min Values</a:t>
            </a:r>
            <a:endParaRPr b="1"/>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GB">
                <a:solidFill>
                  <a:srgbClr val="000000"/>
                </a:solidFill>
              </a:rPr>
              <a:t>Method 1: Using Inbuilt functions</a:t>
            </a:r>
            <a:endParaRPr b="1">
              <a:solidFill>
                <a:srgbClr val="000000"/>
              </a:solidFill>
            </a:endParaRPr>
          </a:p>
        </p:txBody>
      </p:sp>
      <p:pic>
        <p:nvPicPr>
          <p:cNvPr id="62" name="Google Shape;62;p14"/>
          <p:cNvPicPr preferRelativeResize="0"/>
          <p:nvPr/>
        </p:nvPicPr>
        <p:blipFill>
          <a:blip r:embed="rId3">
            <a:alphaModFix/>
          </a:blip>
          <a:stretch>
            <a:fillRect/>
          </a:stretch>
        </p:blipFill>
        <p:spPr>
          <a:xfrm>
            <a:off x="311703" y="2131075"/>
            <a:ext cx="5441700" cy="2535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Max and Min Values</a:t>
            </a:r>
            <a:endParaRPr b="1"/>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GB">
                <a:solidFill>
                  <a:srgbClr val="000000"/>
                </a:solidFill>
              </a:rPr>
              <a:t>Method 2: Using Sorting and extracting the First and Last Value</a:t>
            </a:r>
            <a:endParaRPr b="1">
              <a:solidFill>
                <a:srgbClr val="000000"/>
              </a:solidFill>
            </a:endParaRPr>
          </a:p>
        </p:txBody>
      </p:sp>
      <p:pic>
        <p:nvPicPr>
          <p:cNvPr id="69" name="Google Shape;69;p15"/>
          <p:cNvPicPr preferRelativeResize="0"/>
          <p:nvPr/>
        </p:nvPicPr>
        <p:blipFill>
          <a:blip r:embed="rId3">
            <a:alphaModFix/>
          </a:blip>
          <a:stretch>
            <a:fillRect/>
          </a:stretch>
        </p:blipFill>
        <p:spPr>
          <a:xfrm>
            <a:off x="394879" y="1798625"/>
            <a:ext cx="5748700" cy="2867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Max and Min Values</a:t>
            </a:r>
            <a:endParaRPr b="1"/>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GB">
                <a:solidFill>
                  <a:srgbClr val="000000"/>
                </a:solidFill>
              </a:rPr>
              <a:t>Method 3: Manually Coding</a:t>
            </a:r>
            <a:endParaRPr b="1">
              <a:solidFill>
                <a:srgbClr val="000000"/>
              </a:solidFill>
            </a:endParaRPr>
          </a:p>
        </p:txBody>
      </p:sp>
      <p:pic>
        <p:nvPicPr>
          <p:cNvPr id="76" name="Google Shape;76;p16"/>
          <p:cNvPicPr preferRelativeResize="0"/>
          <p:nvPr/>
        </p:nvPicPr>
        <p:blipFill>
          <a:blip r:embed="rId3">
            <a:alphaModFix/>
          </a:blip>
          <a:stretch>
            <a:fillRect/>
          </a:stretch>
        </p:blipFill>
        <p:spPr>
          <a:xfrm>
            <a:off x="192151" y="1623101"/>
            <a:ext cx="4483384" cy="3416400"/>
          </a:xfrm>
          <a:prstGeom prst="rect">
            <a:avLst/>
          </a:prstGeom>
          <a:noFill/>
          <a:ln>
            <a:noFill/>
          </a:ln>
        </p:spPr>
      </p:pic>
      <p:pic>
        <p:nvPicPr>
          <p:cNvPr id="77" name="Google Shape;77;p16"/>
          <p:cNvPicPr preferRelativeResize="0"/>
          <p:nvPr/>
        </p:nvPicPr>
        <p:blipFill>
          <a:blip r:embed="rId4">
            <a:alphaModFix/>
          </a:blip>
          <a:stretch>
            <a:fillRect/>
          </a:stretch>
        </p:blipFill>
        <p:spPr>
          <a:xfrm>
            <a:off x="4917213" y="2621300"/>
            <a:ext cx="4143375" cy="1047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Mean</a:t>
            </a:r>
            <a:endParaRPr b="1"/>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000000"/>
                </a:solidFill>
              </a:rPr>
              <a:t>Method 1: Using sum() and len()</a:t>
            </a:r>
            <a:endParaRPr b="1">
              <a:solidFill>
                <a:srgbClr val="000000"/>
              </a:solidFill>
            </a:endParaRPr>
          </a:p>
          <a:p>
            <a:pPr indent="0" lvl="0" marL="0" rtl="0" algn="l">
              <a:spcBef>
                <a:spcPts val="1600"/>
              </a:spcBef>
              <a:spcAft>
                <a:spcPts val="1600"/>
              </a:spcAft>
              <a:buNone/>
            </a:pPr>
            <a:r>
              <a:t/>
            </a:r>
            <a:endParaRPr b="1">
              <a:solidFill>
                <a:srgbClr val="000000"/>
              </a:solidFill>
            </a:endParaRPr>
          </a:p>
        </p:txBody>
      </p:sp>
      <p:pic>
        <p:nvPicPr>
          <p:cNvPr id="84" name="Google Shape;84;p17"/>
          <p:cNvPicPr preferRelativeResize="0"/>
          <p:nvPr/>
        </p:nvPicPr>
        <p:blipFill>
          <a:blip r:embed="rId3">
            <a:alphaModFix/>
          </a:blip>
          <a:stretch>
            <a:fillRect/>
          </a:stretch>
        </p:blipFill>
        <p:spPr>
          <a:xfrm>
            <a:off x="402725" y="1738841"/>
            <a:ext cx="5769625" cy="1785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Mean</a:t>
            </a:r>
            <a:endParaRPr b="1"/>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000000"/>
                </a:solidFill>
              </a:rPr>
              <a:t>Method 2: Using statistics library</a:t>
            </a:r>
            <a:endParaRPr b="1">
              <a:solidFill>
                <a:srgbClr val="000000"/>
              </a:solidFill>
            </a:endParaRPr>
          </a:p>
          <a:p>
            <a:pPr indent="0" lvl="0" marL="0" rtl="0" algn="l">
              <a:spcBef>
                <a:spcPts val="1600"/>
              </a:spcBef>
              <a:spcAft>
                <a:spcPts val="1600"/>
              </a:spcAft>
              <a:buNone/>
            </a:pPr>
            <a:r>
              <a:t/>
            </a:r>
            <a:endParaRPr b="1">
              <a:solidFill>
                <a:srgbClr val="000000"/>
              </a:solidFill>
            </a:endParaRPr>
          </a:p>
        </p:txBody>
      </p:sp>
      <p:pic>
        <p:nvPicPr>
          <p:cNvPr id="91" name="Google Shape;91;p18"/>
          <p:cNvPicPr preferRelativeResize="0"/>
          <p:nvPr/>
        </p:nvPicPr>
        <p:blipFill>
          <a:blip r:embed="rId3">
            <a:alphaModFix/>
          </a:blip>
          <a:stretch>
            <a:fillRect/>
          </a:stretch>
        </p:blipFill>
        <p:spPr>
          <a:xfrm>
            <a:off x="371480" y="1848180"/>
            <a:ext cx="5969175" cy="2477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Mean</a:t>
            </a:r>
            <a:endParaRPr b="1"/>
          </a:p>
        </p:txBody>
      </p:sp>
      <p:sp>
        <p:nvSpPr>
          <p:cNvPr id="97" name="Google Shape;97;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000000"/>
                </a:solidFill>
              </a:rPr>
              <a:t>Method 3: Manually Coding</a:t>
            </a:r>
            <a:endParaRPr b="1">
              <a:solidFill>
                <a:srgbClr val="000000"/>
              </a:solidFill>
            </a:endParaRPr>
          </a:p>
          <a:p>
            <a:pPr indent="0" lvl="0" marL="0" rtl="0" algn="l">
              <a:spcBef>
                <a:spcPts val="1600"/>
              </a:spcBef>
              <a:spcAft>
                <a:spcPts val="0"/>
              </a:spcAft>
              <a:buNone/>
            </a:pPr>
            <a:r>
              <a:t/>
            </a:r>
            <a:endParaRPr b="1">
              <a:solidFill>
                <a:srgbClr val="000000"/>
              </a:solidFill>
            </a:endParaRPr>
          </a:p>
          <a:p>
            <a:pPr indent="0" lvl="0" marL="0" rtl="0" algn="l">
              <a:spcBef>
                <a:spcPts val="1600"/>
              </a:spcBef>
              <a:spcAft>
                <a:spcPts val="1600"/>
              </a:spcAft>
              <a:buNone/>
            </a:pPr>
            <a:r>
              <a:t/>
            </a:r>
            <a:endParaRPr b="1">
              <a:solidFill>
                <a:srgbClr val="000000"/>
              </a:solidFill>
            </a:endParaRPr>
          </a:p>
        </p:txBody>
      </p:sp>
      <p:pic>
        <p:nvPicPr>
          <p:cNvPr id="98" name="Google Shape;98;p19"/>
          <p:cNvPicPr preferRelativeResize="0"/>
          <p:nvPr/>
        </p:nvPicPr>
        <p:blipFill>
          <a:blip r:embed="rId3">
            <a:alphaModFix/>
          </a:blip>
          <a:stretch>
            <a:fillRect/>
          </a:stretch>
        </p:blipFill>
        <p:spPr>
          <a:xfrm>
            <a:off x="406280" y="1665330"/>
            <a:ext cx="5800650" cy="2841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Median</a:t>
            </a:r>
            <a:endParaRPr b="1"/>
          </a:p>
        </p:txBody>
      </p:sp>
      <p:sp>
        <p:nvSpPr>
          <p:cNvPr id="104" name="Google Shape;104;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000000"/>
                </a:solidFill>
              </a:rPr>
              <a:t>Method 1: Using the statistics library</a:t>
            </a:r>
            <a:endParaRPr b="1">
              <a:solidFill>
                <a:srgbClr val="000000"/>
              </a:solidFill>
            </a:endParaRPr>
          </a:p>
          <a:p>
            <a:pPr indent="0" lvl="0" marL="0" rtl="0" algn="l">
              <a:spcBef>
                <a:spcPts val="1600"/>
              </a:spcBef>
              <a:spcAft>
                <a:spcPts val="1600"/>
              </a:spcAft>
              <a:buNone/>
            </a:pPr>
            <a:r>
              <a:t/>
            </a:r>
            <a:endParaRPr b="1">
              <a:solidFill>
                <a:srgbClr val="000000"/>
              </a:solidFill>
            </a:endParaRPr>
          </a:p>
        </p:txBody>
      </p:sp>
      <p:pic>
        <p:nvPicPr>
          <p:cNvPr id="105" name="Google Shape;105;p20"/>
          <p:cNvPicPr preferRelativeResize="0"/>
          <p:nvPr/>
        </p:nvPicPr>
        <p:blipFill>
          <a:blip r:embed="rId3">
            <a:alphaModFix/>
          </a:blip>
          <a:stretch>
            <a:fillRect/>
          </a:stretch>
        </p:blipFill>
        <p:spPr>
          <a:xfrm>
            <a:off x="342900" y="1766875"/>
            <a:ext cx="6780974" cy="2581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Median</a:t>
            </a:r>
            <a:endParaRPr b="1"/>
          </a:p>
        </p:txBody>
      </p:sp>
      <p:sp>
        <p:nvSpPr>
          <p:cNvPr id="111" name="Google Shape;111;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000000"/>
                </a:solidFill>
              </a:rPr>
              <a:t>Method 2: Manually Coding</a:t>
            </a:r>
            <a:endParaRPr b="1">
              <a:solidFill>
                <a:srgbClr val="000000"/>
              </a:solidFill>
            </a:endParaRPr>
          </a:p>
          <a:p>
            <a:pPr indent="0" lvl="0" marL="0" rtl="0" algn="l">
              <a:spcBef>
                <a:spcPts val="1600"/>
              </a:spcBef>
              <a:spcAft>
                <a:spcPts val="1600"/>
              </a:spcAft>
              <a:buNone/>
            </a:pPr>
            <a:r>
              <a:t/>
            </a:r>
            <a:endParaRPr b="1">
              <a:solidFill>
                <a:srgbClr val="000000"/>
              </a:solidFill>
            </a:endParaRPr>
          </a:p>
        </p:txBody>
      </p:sp>
      <p:pic>
        <p:nvPicPr>
          <p:cNvPr id="112" name="Google Shape;112;p21"/>
          <p:cNvPicPr preferRelativeResize="0"/>
          <p:nvPr/>
        </p:nvPicPr>
        <p:blipFill>
          <a:blip r:embed="rId3">
            <a:alphaModFix/>
          </a:blip>
          <a:stretch>
            <a:fillRect/>
          </a:stretch>
        </p:blipFill>
        <p:spPr>
          <a:xfrm>
            <a:off x="374978" y="1651603"/>
            <a:ext cx="5201250" cy="3279300"/>
          </a:xfrm>
          <a:prstGeom prst="rect">
            <a:avLst/>
          </a:prstGeom>
          <a:noFill/>
          <a:ln>
            <a:noFill/>
          </a:ln>
        </p:spPr>
      </p:pic>
      <p:sp>
        <p:nvSpPr>
          <p:cNvPr id="113" name="Google Shape;113;p21"/>
          <p:cNvSpPr txBox="1"/>
          <p:nvPr/>
        </p:nvSpPr>
        <p:spPr>
          <a:xfrm>
            <a:off x="6156575" y="1229975"/>
            <a:ext cx="2776500" cy="360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Note: The median is the middle number of a sorted list.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If there is an even number of elements in the list then the median is the middle two numbers added together and divided by 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Frequency</a:t>
            </a:r>
            <a:endParaRPr b="1"/>
          </a:p>
        </p:txBody>
      </p:sp>
      <p:sp>
        <p:nvSpPr>
          <p:cNvPr id="119" name="Google Shape;119;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Frequency is the number of times elements appear in a list, this can be for strings or numbers.</a:t>
            </a:r>
            <a:endParaRPr/>
          </a:p>
          <a:p>
            <a:pPr indent="0" lvl="0" marL="0" rtl="0" algn="l">
              <a:spcBef>
                <a:spcPts val="160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Frequency</a:t>
            </a:r>
            <a:endParaRPr b="1"/>
          </a:p>
        </p:txBody>
      </p:sp>
      <p:sp>
        <p:nvSpPr>
          <p:cNvPr id="125" name="Google Shape;125;p23"/>
          <p:cNvSpPr txBox="1"/>
          <p:nvPr>
            <p:ph idx="1" type="body"/>
          </p:nvPr>
        </p:nvSpPr>
        <p:spPr>
          <a:xfrm>
            <a:off x="4756925" y="763400"/>
            <a:ext cx="4075500" cy="4277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GB">
                <a:solidFill>
                  <a:srgbClr val="000000"/>
                </a:solidFill>
              </a:rPr>
              <a:t>Creates two empty lists</a:t>
            </a:r>
            <a:endParaRPr>
              <a:solidFill>
                <a:srgbClr val="000000"/>
              </a:solidFill>
            </a:endParaRPr>
          </a:p>
          <a:p>
            <a:pPr indent="0" lvl="0" marL="0" rtl="0" algn="l">
              <a:lnSpc>
                <a:spcPct val="100000"/>
              </a:lnSpc>
              <a:spcBef>
                <a:spcPts val="0"/>
              </a:spcBef>
              <a:spcAft>
                <a:spcPts val="0"/>
              </a:spcAft>
              <a:buNone/>
            </a:pPr>
            <a:r>
              <a:t/>
            </a:r>
            <a:endParaRPr sz="1600">
              <a:solidFill>
                <a:srgbClr val="000000"/>
              </a:solidFill>
            </a:endParaRPr>
          </a:p>
          <a:p>
            <a:pPr indent="0" lvl="0" marL="0" rtl="0" algn="l">
              <a:lnSpc>
                <a:spcPct val="100000"/>
              </a:lnSpc>
              <a:spcBef>
                <a:spcPts val="0"/>
              </a:spcBef>
              <a:spcAft>
                <a:spcPts val="0"/>
              </a:spcAft>
              <a:buNone/>
            </a:pPr>
            <a:r>
              <a:rPr lang="en-GB" sz="1600">
                <a:solidFill>
                  <a:srgbClr val="000000"/>
                </a:solidFill>
              </a:rPr>
              <a:t>Loops through myList.  If the item is not already in the colourNames list then add it to the list.</a:t>
            </a:r>
            <a:endParaRPr sz="1600">
              <a:solidFill>
                <a:srgbClr val="000000"/>
              </a:solidFill>
            </a:endParaRPr>
          </a:p>
          <a:p>
            <a:pPr indent="0" lvl="0" marL="0" rtl="0" algn="l">
              <a:lnSpc>
                <a:spcPct val="100000"/>
              </a:lnSpc>
              <a:spcBef>
                <a:spcPts val="0"/>
              </a:spcBef>
              <a:spcAft>
                <a:spcPts val="0"/>
              </a:spcAft>
              <a:buNone/>
            </a:pPr>
            <a:r>
              <a:t/>
            </a:r>
            <a:endParaRPr sz="1600">
              <a:solidFill>
                <a:srgbClr val="000000"/>
              </a:solidFill>
            </a:endParaRPr>
          </a:p>
          <a:p>
            <a:pPr indent="0" lvl="0" marL="0" rtl="0" algn="l">
              <a:lnSpc>
                <a:spcPct val="100000"/>
              </a:lnSpc>
              <a:spcBef>
                <a:spcPts val="0"/>
              </a:spcBef>
              <a:spcAft>
                <a:spcPts val="0"/>
              </a:spcAft>
              <a:buNone/>
            </a:pPr>
            <a:r>
              <a:rPr lang="en-GB" sz="1600">
                <a:solidFill>
                  <a:srgbClr val="000000"/>
                </a:solidFill>
              </a:rPr>
              <a:t>Loops through the colourNames list and counts the amount of times each colour is in myList</a:t>
            </a:r>
            <a:endParaRPr sz="1600">
              <a:solidFill>
                <a:srgbClr val="000000"/>
              </a:solidFill>
            </a:endParaRPr>
          </a:p>
        </p:txBody>
      </p:sp>
      <p:pic>
        <p:nvPicPr>
          <p:cNvPr id="126" name="Google Shape;126;p23"/>
          <p:cNvPicPr preferRelativeResize="0"/>
          <p:nvPr/>
        </p:nvPicPr>
        <p:blipFill>
          <a:blip r:embed="rId3">
            <a:alphaModFix/>
          </a:blip>
          <a:stretch>
            <a:fillRect/>
          </a:stretch>
        </p:blipFill>
        <p:spPr>
          <a:xfrm>
            <a:off x="311700" y="948600"/>
            <a:ext cx="4395435" cy="2085975"/>
          </a:xfrm>
          <a:prstGeom prst="rect">
            <a:avLst/>
          </a:prstGeom>
          <a:noFill/>
          <a:ln>
            <a:noFill/>
          </a:ln>
        </p:spPr>
      </p:pic>
      <p:pic>
        <p:nvPicPr>
          <p:cNvPr id="127" name="Google Shape;127;p23"/>
          <p:cNvPicPr preferRelativeResize="0"/>
          <p:nvPr/>
        </p:nvPicPr>
        <p:blipFill>
          <a:blip r:embed="rId4">
            <a:alphaModFix/>
          </a:blip>
          <a:stretch>
            <a:fillRect/>
          </a:stretch>
        </p:blipFill>
        <p:spPr>
          <a:xfrm>
            <a:off x="311700" y="2865975"/>
            <a:ext cx="4320050" cy="2174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Mode</a:t>
            </a:r>
            <a:endParaRPr b="1"/>
          </a:p>
        </p:txBody>
      </p:sp>
      <p:sp>
        <p:nvSpPr>
          <p:cNvPr id="133" name="Google Shape;133;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Mode is the value that occurs most often in the dataset.</a:t>
            </a:r>
            <a:endParaRPr/>
          </a:p>
          <a:p>
            <a:pPr indent="0" lvl="0" marL="0" rtl="0" algn="l">
              <a:spcBef>
                <a:spcPts val="1600"/>
              </a:spcBef>
              <a:spcAft>
                <a:spcPts val="0"/>
              </a:spcAft>
              <a:buNone/>
            </a:pPr>
            <a:r>
              <a:rPr b="1" lang="en-GB">
                <a:solidFill>
                  <a:srgbClr val="000000"/>
                </a:solidFill>
              </a:rPr>
              <a:t>Method 1: Using statistics library</a:t>
            </a:r>
            <a:endParaRPr b="1">
              <a:solidFill>
                <a:srgbClr val="000000"/>
              </a:solidFill>
            </a:endParaRPr>
          </a:p>
          <a:p>
            <a:pPr indent="0" lvl="0" marL="0" rtl="0" algn="l">
              <a:spcBef>
                <a:spcPts val="1600"/>
              </a:spcBef>
              <a:spcAft>
                <a:spcPts val="1600"/>
              </a:spcAft>
              <a:buNone/>
            </a:pPr>
            <a:r>
              <a:t/>
            </a:r>
            <a:endParaRPr b="1">
              <a:solidFill>
                <a:srgbClr val="000000"/>
              </a:solidFill>
            </a:endParaRPr>
          </a:p>
        </p:txBody>
      </p:sp>
      <p:pic>
        <p:nvPicPr>
          <p:cNvPr id="134" name="Google Shape;134;p24"/>
          <p:cNvPicPr preferRelativeResize="0"/>
          <p:nvPr/>
        </p:nvPicPr>
        <p:blipFill>
          <a:blip r:embed="rId3">
            <a:alphaModFix/>
          </a:blip>
          <a:stretch>
            <a:fillRect/>
          </a:stretch>
        </p:blipFill>
        <p:spPr>
          <a:xfrm>
            <a:off x="311703" y="2240900"/>
            <a:ext cx="5199625" cy="2641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Mode</a:t>
            </a:r>
            <a:endParaRPr b="1"/>
          </a:p>
        </p:txBody>
      </p:sp>
      <p:sp>
        <p:nvSpPr>
          <p:cNvPr id="140" name="Google Shape;140;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000000"/>
                </a:solidFill>
              </a:rPr>
              <a:t>Method 2: Manually Coding</a:t>
            </a:r>
            <a:endParaRPr b="1">
              <a:solidFill>
                <a:srgbClr val="000000"/>
              </a:solidFill>
            </a:endParaRPr>
          </a:p>
          <a:p>
            <a:pPr indent="0" lvl="0" marL="0" rtl="0" algn="l">
              <a:spcBef>
                <a:spcPts val="1600"/>
              </a:spcBef>
              <a:spcAft>
                <a:spcPts val="1600"/>
              </a:spcAft>
              <a:buNone/>
            </a:pPr>
            <a:r>
              <a:t/>
            </a:r>
            <a:endParaRPr b="1">
              <a:solidFill>
                <a:srgbClr val="000000"/>
              </a:solidFill>
            </a:endParaRPr>
          </a:p>
        </p:txBody>
      </p:sp>
      <p:pic>
        <p:nvPicPr>
          <p:cNvPr id="141" name="Google Shape;141;p25"/>
          <p:cNvPicPr preferRelativeResize="0"/>
          <p:nvPr/>
        </p:nvPicPr>
        <p:blipFill>
          <a:blip r:embed="rId3">
            <a:alphaModFix/>
          </a:blip>
          <a:stretch>
            <a:fillRect/>
          </a:stretch>
        </p:blipFill>
        <p:spPr>
          <a:xfrm>
            <a:off x="391375" y="1762625"/>
            <a:ext cx="5282475" cy="707700"/>
          </a:xfrm>
          <a:prstGeom prst="rect">
            <a:avLst/>
          </a:prstGeom>
          <a:noFill/>
          <a:ln>
            <a:noFill/>
          </a:ln>
        </p:spPr>
      </p:pic>
      <p:pic>
        <p:nvPicPr>
          <p:cNvPr id="142" name="Google Shape;142;p25"/>
          <p:cNvPicPr preferRelativeResize="0"/>
          <p:nvPr/>
        </p:nvPicPr>
        <p:blipFill>
          <a:blip r:embed="rId4">
            <a:alphaModFix/>
          </a:blip>
          <a:stretch>
            <a:fillRect/>
          </a:stretch>
        </p:blipFill>
        <p:spPr>
          <a:xfrm>
            <a:off x="391375" y="2402050"/>
            <a:ext cx="5455125" cy="24579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