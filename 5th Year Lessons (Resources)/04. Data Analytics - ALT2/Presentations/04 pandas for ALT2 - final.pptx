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311" r:id="rId2"/>
    <p:sldId id="289" r:id="rId3"/>
    <p:sldId id="290" r:id="rId4"/>
    <p:sldId id="291" r:id="rId5"/>
    <p:sldId id="281" r:id="rId6"/>
    <p:sldId id="282" r:id="rId7"/>
    <p:sldId id="292" r:id="rId8"/>
    <p:sldId id="294" r:id="rId9"/>
    <p:sldId id="283" r:id="rId10"/>
    <p:sldId id="295" r:id="rId11"/>
    <p:sldId id="284" r:id="rId12"/>
    <p:sldId id="296" r:id="rId13"/>
    <p:sldId id="298" r:id="rId14"/>
    <p:sldId id="299" r:id="rId15"/>
    <p:sldId id="301" r:id="rId16"/>
    <p:sldId id="302" r:id="rId17"/>
    <p:sldId id="300" r:id="rId18"/>
    <p:sldId id="303" r:id="rId19"/>
    <p:sldId id="304" r:id="rId20"/>
    <p:sldId id="305" r:id="rId21"/>
    <p:sldId id="307" r:id="rId22"/>
    <p:sldId id="306" r:id="rId23"/>
    <p:sldId id="308" r:id="rId24"/>
    <p:sldId id="331" r:id="rId25"/>
    <p:sldId id="309" r:id="rId26"/>
    <p:sldId id="310" r:id="rId27"/>
    <p:sldId id="332" r:id="rId28"/>
    <p:sldId id="297"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87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6798" autoAdjust="0"/>
  </p:normalViewPr>
  <p:slideViewPr>
    <p:cSldViewPr snapToGrid="0">
      <p:cViewPr varScale="1">
        <p:scale>
          <a:sx n="88" d="100"/>
          <a:sy n="88" d="100"/>
        </p:scale>
        <p:origin x="1266"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393A51-0BD6-418C-88DB-B649F2AD622F}" type="datetimeFigureOut">
              <a:rPr lang="en-IE" smtClean="0"/>
              <a:t>24/02/2021</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9F98E1-EFC2-4F68-AE7E-33B280A25773}" type="slidenum">
              <a:rPr lang="en-IE" smtClean="0"/>
              <a:t>‹#›</a:t>
            </a:fld>
            <a:endParaRPr lang="en-IE"/>
          </a:p>
        </p:txBody>
      </p:sp>
    </p:spTree>
    <p:extLst>
      <p:ext uri="{BB962C8B-B14F-4D97-AF65-F5344CB8AC3E}">
        <p14:creationId xmlns:p14="http://schemas.microsoft.com/office/powerpoint/2010/main" val="684171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7"/>
        <p:cNvGrpSpPr/>
        <p:nvPr/>
      </p:nvGrpSpPr>
      <p:grpSpPr>
        <a:xfrm>
          <a:off x="0" y="0"/>
          <a:ext cx="0" cy="0"/>
          <a:chOff x="0" y="0"/>
          <a:chExt cx="0" cy="0"/>
        </a:xfrm>
      </p:grpSpPr>
      <p:sp>
        <p:nvSpPr>
          <p:cNvPr id="2508" name="Google Shape;2508;p2:notes"/>
          <p:cNvSpPr>
            <a:spLocks noGrp="1" noRot="1" noChangeAspect="1"/>
          </p:cNvSpPr>
          <p:nvPr>
            <p:ph type="sldImg" idx="2"/>
          </p:nvPr>
        </p:nvSpPr>
        <p:spPr>
          <a:xfrm>
            <a:off x="66675" y="746125"/>
            <a:ext cx="6627813" cy="372903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9" name="Google Shape;2509;p2:notes"/>
          <p:cNvSpPr txBox="1">
            <a:spLocks noGrp="1"/>
          </p:cNvSpPr>
          <p:nvPr>
            <p:ph type="body" idx="1"/>
          </p:nvPr>
        </p:nvSpPr>
        <p:spPr>
          <a:xfrm>
            <a:off x="676117" y="4722693"/>
            <a:ext cx="5408930" cy="4474153"/>
          </a:xfrm>
          <a:prstGeom prst="rect">
            <a:avLst/>
          </a:prstGeom>
          <a:noFill/>
          <a:ln>
            <a:noFill/>
          </a:ln>
        </p:spPr>
        <p:txBody>
          <a:bodyPr spcFirstLastPara="1" wrap="square" lIns="90511" tIns="90511" rIns="90511" bIns="90511" anchor="t" anchorCtr="0">
            <a:noAutofit/>
          </a:bodyPr>
          <a:lstStyle/>
          <a:p>
            <a:pPr marL="452628" indent="-295466"/>
            <a:r>
              <a:rPr lang="en-IE" smtClean="0"/>
              <a:t>statistics</a:t>
            </a:r>
          </a:p>
          <a:p>
            <a:pPr marL="452628" indent="-295466"/>
            <a:r>
              <a:rPr lang="en-IE" smtClean="0"/>
              <a:t>re</a:t>
            </a:r>
          </a:p>
          <a:p>
            <a:pPr marL="452628" indent="-295466"/>
            <a:r>
              <a:rPr lang="en-IE" smtClean="0"/>
              <a:t>matplotlib</a:t>
            </a:r>
          </a:p>
          <a:p>
            <a:pPr marL="452628" indent="-295466"/>
            <a:r>
              <a:rPr lang="en-IE" smtClean="0"/>
              <a:t>pandas</a:t>
            </a:r>
            <a:endParaRPr dirty="0"/>
          </a:p>
        </p:txBody>
      </p:sp>
    </p:spTree>
    <p:extLst>
      <p:ext uri="{BB962C8B-B14F-4D97-AF65-F5344CB8AC3E}">
        <p14:creationId xmlns:p14="http://schemas.microsoft.com/office/powerpoint/2010/main" val="440188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0A2503DF-5517-4B4D-BF4E-B8F7512CD130}" type="slidenum">
              <a:rPr lang="en-IE" smtClean="0"/>
              <a:t>2</a:t>
            </a:fld>
            <a:endParaRPr lang="en-IE"/>
          </a:p>
        </p:txBody>
      </p:sp>
    </p:spTree>
    <p:extLst>
      <p:ext uri="{BB962C8B-B14F-4D97-AF65-F5344CB8AC3E}">
        <p14:creationId xmlns:p14="http://schemas.microsoft.com/office/powerpoint/2010/main" val="4106885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Shape 462"/>
          <p:cNvSpPr>
            <a:spLocks noGrp="1" noRot="1" noChangeAspect="1"/>
          </p:cNvSpPr>
          <p:nvPr>
            <p:ph type="sldImg" idx="2"/>
          </p:nvPr>
        </p:nvSpPr>
        <p:spPr>
          <a:xfrm>
            <a:off x="66675" y="746125"/>
            <a:ext cx="6627813" cy="3729038"/>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63" name="Shape 463"/>
          <p:cNvSpPr txBox="1">
            <a:spLocks noGrp="1"/>
          </p:cNvSpPr>
          <p:nvPr>
            <p:ph type="body" idx="1"/>
          </p:nvPr>
        </p:nvSpPr>
        <p:spPr>
          <a:xfrm>
            <a:off x="676117" y="4722689"/>
            <a:ext cx="5408930" cy="4474153"/>
          </a:xfrm>
          <a:prstGeom prst="rect">
            <a:avLst/>
          </a:prstGeom>
          <a:noFill/>
          <a:ln>
            <a:noFill/>
          </a:ln>
        </p:spPr>
        <p:txBody>
          <a:bodyPr spcFirstLastPara="1" wrap="square" lIns="90511" tIns="90511" rIns="90511" bIns="90511" anchor="t" anchorCtr="0">
            <a:noAutofit/>
          </a:bodyPr>
          <a:lstStyle/>
          <a:p>
            <a:pPr marL="0" indent="62865">
              <a:buClr>
                <a:schemeClr val="dk1"/>
              </a:buClr>
              <a:buNone/>
            </a:pPr>
            <a:endParaRPr dirty="0">
              <a:solidFill>
                <a:schemeClr val="dk1"/>
              </a:solidFill>
            </a:endParaRPr>
          </a:p>
        </p:txBody>
      </p:sp>
    </p:spTree>
    <p:extLst>
      <p:ext uri="{BB962C8B-B14F-4D97-AF65-F5344CB8AC3E}">
        <p14:creationId xmlns:p14="http://schemas.microsoft.com/office/powerpoint/2010/main" val="751519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5:notes"/>
          <p:cNvSpPr>
            <a:spLocks noGrp="1" noRot="1" noChangeAspect="1"/>
          </p:cNvSpPr>
          <p:nvPr>
            <p:ph type="sldImg" idx="2"/>
          </p:nvPr>
        </p:nvSpPr>
        <p:spPr>
          <a:xfrm>
            <a:off x="90488" y="750888"/>
            <a:ext cx="6677025" cy="3756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2" name="Google Shape;222;p15:notes"/>
          <p:cNvSpPr txBox="1">
            <a:spLocks noGrp="1"/>
          </p:cNvSpPr>
          <p:nvPr>
            <p:ph type="body" idx="1"/>
          </p:nvPr>
        </p:nvSpPr>
        <p:spPr>
          <a:xfrm>
            <a:off x="685800" y="4756621"/>
            <a:ext cx="5486400" cy="4506300"/>
          </a:xfrm>
          <a:prstGeom prst="rect">
            <a:avLst/>
          </a:prstGeom>
          <a:noFill/>
          <a:ln>
            <a:noFill/>
          </a:ln>
        </p:spPr>
        <p:txBody>
          <a:bodyPr spcFirstLastPara="1" wrap="square" lIns="91425" tIns="91425" rIns="91425" bIns="91425" anchor="t" anchorCtr="0">
            <a:noAutofit/>
          </a:bodyPr>
          <a:lstStyle/>
          <a:p>
            <a:pPr marL="171450" marR="0" lvl="0" indent="-101600" algn="l" rtl="0">
              <a:lnSpc>
                <a:spcPct val="100000"/>
              </a:lnSpc>
              <a:spcBef>
                <a:spcPts val="0"/>
              </a:spcBef>
              <a:spcAft>
                <a:spcPts val="0"/>
              </a:spcAft>
              <a:buClr>
                <a:schemeClr val="dk1"/>
              </a:buClr>
              <a:buSzPts val="1100"/>
              <a:buNone/>
            </a:pPr>
            <a:endParaRPr sz="11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30632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mtClean="0"/>
              <a:t>Search </a:t>
            </a:r>
            <a:r>
              <a:rPr lang="en-IE" dirty="0"/>
              <a:t>Ireland, refine by datasets, csv, small, last week</a:t>
            </a:r>
            <a:r>
              <a:rPr lang="en-IE"/>
              <a:t>.  </a:t>
            </a:r>
            <a:endParaRPr lang="en-IE" dirty="0"/>
          </a:p>
        </p:txBody>
      </p:sp>
      <p:sp>
        <p:nvSpPr>
          <p:cNvPr id="4" name="Slide Number Placeholder 3"/>
          <p:cNvSpPr>
            <a:spLocks noGrp="1"/>
          </p:cNvSpPr>
          <p:nvPr>
            <p:ph type="sldNum" sz="quarter" idx="5"/>
          </p:nvPr>
        </p:nvSpPr>
        <p:spPr/>
        <p:txBody>
          <a:bodyPr/>
          <a:lstStyle/>
          <a:p>
            <a:fld id="{0A2503DF-5517-4B4D-BF4E-B8F7512CD130}" type="slidenum">
              <a:rPr lang="en-IE" smtClean="0"/>
              <a:t>5</a:t>
            </a:fld>
            <a:endParaRPr lang="en-IE"/>
          </a:p>
        </p:txBody>
      </p:sp>
    </p:spTree>
    <p:extLst>
      <p:ext uri="{BB962C8B-B14F-4D97-AF65-F5344CB8AC3E}">
        <p14:creationId xmlns:p14="http://schemas.microsoft.com/office/powerpoint/2010/main" val="922468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IE" smtClean="0"/>
              <a:t>Other ideas ….</a:t>
            </a:r>
          </a:p>
          <a:p>
            <a:pPr marL="0" indent="0">
              <a:buNone/>
            </a:pPr>
            <a:r>
              <a:rPr lang="en-IE" smtClean="0"/>
              <a:t>Could</a:t>
            </a:r>
            <a:r>
              <a:rPr lang="en-IE" baseline="0" smtClean="0"/>
              <a:t> graph player value vs. age – older players are more valuable than younger ones</a:t>
            </a:r>
          </a:p>
          <a:p>
            <a:pPr marL="0" indent="0" defTabSz="905256">
              <a:buNone/>
              <a:defRPr/>
            </a:pPr>
            <a:r>
              <a:rPr lang="en-IE" smtClean="0"/>
              <a:t>Could</a:t>
            </a:r>
            <a:r>
              <a:rPr lang="en-IE" baseline="0" smtClean="0"/>
              <a:t> graph player value vs. foot – left footed players are more valuable than right footed players</a:t>
            </a:r>
          </a:p>
          <a:p>
            <a:pPr marL="0" indent="0" defTabSz="905256">
              <a:buNone/>
              <a:defRPr/>
            </a:pPr>
            <a:r>
              <a:rPr lang="en-IE" smtClean="0"/>
              <a:t>Could</a:t>
            </a:r>
            <a:r>
              <a:rPr lang="en-IE" baseline="0" smtClean="0"/>
              <a:t> graph player value vs. position – forwards are the most valuable players</a:t>
            </a:r>
          </a:p>
          <a:p>
            <a:pPr marL="0" indent="0" defTabSz="905256">
              <a:buNone/>
              <a:defRPr/>
            </a:pPr>
            <a:r>
              <a:rPr lang="en-IE" smtClean="0"/>
              <a:t>Could</a:t>
            </a:r>
            <a:r>
              <a:rPr lang="en-IE" baseline="0" smtClean="0"/>
              <a:t> graph player value vs. position – forwards are more valuable than defenders</a:t>
            </a:r>
          </a:p>
          <a:p>
            <a:pPr marL="0" indent="0" defTabSz="905256">
              <a:buNone/>
              <a:defRPr/>
            </a:pPr>
            <a:r>
              <a:rPr lang="en-IE" smtClean="0"/>
              <a:t>Could</a:t>
            </a:r>
            <a:r>
              <a:rPr lang="en-IE" baseline="0" smtClean="0"/>
              <a:t> graph player value vs. position – players who can play in multiple positions are more valuable than those who can just play in one position</a:t>
            </a:r>
          </a:p>
          <a:p>
            <a:endParaRPr lang="en-IE" dirty="0"/>
          </a:p>
        </p:txBody>
      </p:sp>
      <p:sp>
        <p:nvSpPr>
          <p:cNvPr id="4" name="Slide Number Placeholder 3"/>
          <p:cNvSpPr>
            <a:spLocks noGrp="1"/>
          </p:cNvSpPr>
          <p:nvPr>
            <p:ph type="sldNum" sz="quarter" idx="5"/>
          </p:nvPr>
        </p:nvSpPr>
        <p:spPr/>
        <p:txBody>
          <a:bodyPr/>
          <a:lstStyle/>
          <a:p>
            <a:fld id="{0A2503DF-5517-4B4D-BF4E-B8F7512CD130}" type="slidenum">
              <a:rPr lang="en-IE" smtClean="0"/>
              <a:t>6</a:t>
            </a:fld>
            <a:endParaRPr lang="en-IE"/>
          </a:p>
        </p:txBody>
      </p:sp>
    </p:spTree>
    <p:extLst>
      <p:ext uri="{BB962C8B-B14F-4D97-AF65-F5344CB8AC3E}">
        <p14:creationId xmlns:p14="http://schemas.microsoft.com/office/powerpoint/2010/main" val="1314875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i="1" smtClean="0"/>
              <a:t>NumPy:</a:t>
            </a:r>
          </a:p>
          <a:p>
            <a:pPr marL="0" indent="0">
              <a:buNone/>
            </a:pPr>
            <a:r>
              <a:rPr lang="en-US" smtClean="0"/>
              <a:t>introduces objects for multidimensional arrays and matrices, as well as functions that allow to easily perform advanced mathematical and statistical operations on those objects</a:t>
            </a:r>
          </a:p>
          <a:p>
            <a:pPr marL="0" indent="0">
              <a:buNone/>
            </a:pPr>
            <a:r>
              <a:rPr lang="en-US" smtClean="0"/>
              <a:t>provides vectorization of mathematical operations on arrays and matrices which significantly improves the performance</a:t>
            </a:r>
          </a:p>
          <a:p>
            <a:pPr marL="0" indent="0">
              <a:buNone/>
            </a:pPr>
            <a:r>
              <a:rPr lang="en-US" smtClean="0"/>
              <a:t>many other python libraries are built on NumPy</a:t>
            </a:r>
          </a:p>
          <a:p>
            <a:pPr marL="0" indent="0">
              <a:buNone/>
            </a:pPr>
            <a:endParaRPr lang="en-US" smtClean="0"/>
          </a:p>
          <a:p>
            <a:pPr marL="0" indent="0">
              <a:buNone/>
            </a:pPr>
            <a:r>
              <a:rPr lang="en-US" i="1" smtClean="0"/>
              <a:t>SciPy:</a:t>
            </a:r>
          </a:p>
          <a:p>
            <a:pPr marL="0" indent="0">
              <a:buNone/>
            </a:pPr>
            <a:r>
              <a:rPr lang="en-US" smtClean="0"/>
              <a:t>collection of algorithms for linear algebra, differential equations, numerical integration, optimization, statistics and more</a:t>
            </a:r>
          </a:p>
          <a:p>
            <a:endParaRPr lang="en-IE" smtClean="0"/>
          </a:p>
          <a:p>
            <a:pPr marL="0" indent="0">
              <a:buNone/>
            </a:pPr>
            <a:r>
              <a:rPr lang="en-US" i="1" smtClean="0"/>
              <a:t>Pandas:</a:t>
            </a:r>
          </a:p>
          <a:p>
            <a:pPr marL="0" indent="0">
              <a:buNone/>
            </a:pPr>
            <a:r>
              <a:rPr lang="en-US" smtClean="0"/>
              <a:t>adds data structures and tools designed to work with table-like data (similar to Series and Data Frames in R)</a:t>
            </a:r>
          </a:p>
          <a:p>
            <a:pPr marL="0" indent="0">
              <a:buNone/>
            </a:pPr>
            <a:r>
              <a:rPr lang="en-US" smtClean="0"/>
              <a:t>provides tools for data manipulation: reshaping, merging, sorting, slicing, aggregation etc.</a:t>
            </a:r>
          </a:p>
          <a:p>
            <a:pPr marL="0" indent="0">
              <a:buNone/>
            </a:pPr>
            <a:r>
              <a:rPr lang="en-US" smtClean="0"/>
              <a:t>allows handling missing data</a:t>
            </a:r>
          </a:p>
          <a:p>
            <a:pPr marL="0" indent="0">
              <a:buNone/>
            </a:pPr>
            <a:endParaRPr lang="en-US" smtClean="0"/>
          </a:p>
          <a:p>
            <a:pPr marL="0" indent="0">
              <a:buNone/>
            </a:pPr>
            <a:r>
              <a:rPr lang="en-US" i="1" smtClean="0"/>
              <a:t>SciKit-Learn:</a:t>
            </a:r>
          </a:p>
          <a:p>
            <a:pPr marL="0" indent="0">
              <a:buNone/>
            </a:pPr>
            <a:r>
              <a:rPr lang="en-US" smtClean="0"/>
              <a:t>provides machine learning algorithms: classification, regression, clustering, model validation etc.</a:t>
            </a:r>
          </a:p>
          <a:p>
            <a:pPr marL="0" indent="0">
              <a:buNone/>
            </a:pPr>
            <a:r>
              <a:rPr lang="en-US" smtClean="0"/>
              <a:t>built on NumPy, SciPy and matplotlib</a:t>
            </a:r>
          </a:p>
          <a:p>
            <a:pPr marL="0" indent="0">
              <a:buNone/>
            </a:pPr>
            <a:endParaRPr lang="en-US" smtClean="0"/>
          </a:p>
          <a:p>
            <a:pPr marL="0" indent="0">
              <a:buNone/>
            </a:pPr>
            <a:r>
              <a:rPr lang="en-US" i="1" smtClean="0"/>
              <a:t>matplotlib:</a:t>
            </a:r>
          </a:p>
          <a:p>
            <a:pPr marL="0" indent="0">
              <a:buNone/>
            </a:pPr>
            <a:r>
              <a:rPr lang="en-US" smtClean="0"/>
              <a:t>python 2D plotting library which produces publication quality figures in a variety of hardcopy formats </a:t>
            </a:r>
          </a:p>
          <a:p>
            <a:pPr marL="0" indent="0">
              <a:buNone/>
            </a:pPr>
            <a:r>
              <a:rPr lang="en-US" smtClean="0"/>
              <a:t>a set of functionalities similar to those of MATLAB</a:t>
            </a:r>
          </a:p>
          <a:p>
            <a:pPr marL="0" indent="0">
              <a:buNone/>
            </a:pPr>
            <a:r>
              <a:rPr lang="en-US" smtClean="0"/>
              <a:t>line plots, scatter plots, barcharts, histograms, pie charts etc.</a:t>
            </a:r>
          </a:p>
          <a:p>
            <a:pPr marL="0" indent="0">
              <a:buNone/>
            </a:pPr>
            <a:r>
              <a:rPr lang="en-US" smtClean="0"/>
              <a:t>relatively low-level; some effort needed to create advanced visualization</a:t>
            </a:r>
          </a:p>
          <a:p>
            <a:pPr marL="0" indent="0">
              <a:buNone/>
            </a:pPr>
            <a:endParaRPr lang="en-US" smtClean="0"/>
          </a:p>
          <a:p>
            <a:pPr marL="0" indent="0">
              <a:buNone/>
            </a:pPr>
            <a:r>
              <a:rPr lang="en-US" i="1" smtClean="0"/>
              <a:t>Seaborn:</a:t>
            </a:r>
          </a:p>
          <a:p>
            <a:pPr marL="0" indent="0">
              <a:buNone/>
            </a:pPr>
            <a:r>
              <a:rPr lang="en-US" smtClean="0"/>
              <a:t>based on matplotlib </a:t>
            </a:r>
          </a:p>
          <a:p>
            <a:pPr marL="0" indent="0">
              <a:buNone/>
            </a:pPr>
            <a:r>
              <a:rPr lang="en-US" smtClean="0"/>
              <a:t>provides high level interface for drawing attractive statistical graphics</a:t>
            </a:r>
          </a:p>
          <a:p>
            <a:pPr marL="0" indent="0">
              <a:buNone/>
            </a:pPr>
            <a:endParaRPr lang="en-US" smtClean="0"/>
          </a:p>
          <a:p>
            <a:pPr marL="0" indent="0">
              <a:buNone/>
            </a:pPr>
            <a:endParaRPr lang="en-IE" dirty="0"/>
          </a:p>
        </p:txBody>
      </p:sp>
      <p:sp>
        <p:nvSpPr>
          <p:cNvPr id="4" name="Slide Number Placeholder 3"/>
          <p:cNvSpPr>
            <a:spLocks noGrp="1"/>
          </p:cNvSpPr>
          <p:nvPr>
            <p:ph type="sldNum" sz="quarter" idx="5"/>
          </p:nvPr>
        </p:nvSpPr>
        <p:spPr/>
        <p:txBody>
          <a:bodyPr/>
          <a:lstStyle/>
          <a:p>
            <a:fld id="{0A2503DF-5517-4B4D-BF4E-B8F7512CD130}" type="slidenum">
              <a:rPr lang="en-IE" smtClean="0"/>
              <a:t>7</a:t>
            </a:fld>
            <a:endParaRPr lang="en-IE"/>
          </a:p>
        </p:txBody>
      </p:sp>
    </p:spTree>
    <p:extLst>
      <p:ext uri="{BB962C8B-B14F-4D97-AF65-F5344CB8AC3E}">
        <p14:creationId xmlns:p14="http://schemas.microsoft.com/office/powerpoint/2010/main" val="3618927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149F98E1-EFC2-4F68-AE7E-33B280A25773}" type="slidenum">
              <a:rPr lang="en-IE" smtClean="0"/>
              <a:t>8</a:t>
            </a:fld>
            <a:endParaRPr lang="en-IE"/>
          </a:p>
        </p:txBody>
      </p:sp>
    </p:spTree>
    <p:extLst>
      <p:ext uri="{BB962C8B-B14F-4D97-AF65-F5344CB8AC3E}">
        <p14:creationId xmlns:p14="http://schemas.microsoft.com/office/powerpoint/2010/main" val="825177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3" y="741363"/>
            <a:ext cx="6578600" cy="3700462"/>
          </a:xfrm>
        </p:spPr>
      </p:sp>
      <p:sp>
        <p:nvSpPr>
          <p:cNvPr id="3" name="Notes Placeholder 2"/>
          <p:cNvSpPr>
            <a:spLocks noGrp="1"/>
          </p:cNvSpPr>
          <p:nvPr>
            <p:ph type="body" idx="1"/>
          </p:nvPr>
        </p:nvSpPr>
        <p:spPr/>
        <p:txBody>
          <a:bodyPr/>
          <a:lstStyle/>
          <a:p>
            <a:r>
              <a:rPr lang="en-US" smtClean="0"/>
              <a:t>There are a number of pandas commands to read other data formats including MS Excel</a:t>
            </a:r>
          </a:p>
          <a:p>
            <a:pPr>
              <a:lnSpc>
                <a:spcPct val="150000"/>
              </a:lnSpc>
            </a:pPr>
            <a:r>
              <a:rPr lang="en-US" smtClean="0">
                <a:latin typeface="Courier New" panose="02070309020205020404" pitchFamily="49" charset="0"/>
                <a:cs typeface="Courier New" panose="02070309020205020404" pitchFamily="49" charset="0"/>
              </a:rPr>
              <a:t>pd.read_excel('myfile.xlsx',sheet_name='Sheet1', index_col=None, na_values=['NA'])</a:t>
            </a:r>
          </a:p>
          <a:p>
            <a:pPr marL="0" indent="0">
              <a:buNone/>
            </a:pPr>
            <a:endParaRPr lang="en-IE" smtClean="0"/>
          </a:p>
          <a:p>
            <a:pPr marL="0" indent="0" defTabSz="905256">
              <a:buNone/>
              <a:defRPr/>
            </a:pPr>
            <a:endParaRPr lang="en-IE" baseline="0" smtClean="0"/>
          </a:p>
          <a:p>
            <a:pPr marL="0" indent="0" defTabSz="905256">
              <a:buNone/>
              <a:defRPr/>
            </a:pPr>
            <a:endParaRPr lang="en-IE" baseline="0" smtClean="0"/>
          </a:p>
          <a:p>
            <a:pPr marL="0" indent="0">
              <a:buNone/>
            </a:pPr>
            <a:endParaRPr lang="en-IE" baseline="0" smtClean="0"/>
          </a:p>
          <a:p>
            <a:pPr marL="0" indent="0">
              <a:buNone/>
            </a:pPr>
            <a:endParaRPr lang="en-IE" baseline="0" smtClean="0"/>
          </a:p>
          <a:p>
            <a:pPr marL="0" indent="0">
              <a:buNone/>
            </a:pPr>
            <a:endParaRPr lang="en-IE" smtClean="0"/>
          </a:p>
        </p:txBody>
      </p:sp>
    </p:spTree>
    <p:extLst>
      <p:ext uri="{BB962C8B-B14F-4D97-AF65-F5344CB8AC3E}">
        <p14:creationId xmlns:p14="http://schemas.microsoft.com/office/powerpoint/2010/main" val="2148704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3" y="741363"/>
            <a:ext cx="6578600" cy="3700462"/>
          </a:xfrm>
        </p:spPr>
      </p:sp>
      <p:sp>
        <p:nvSpPr>
          <p:cNvPr id="3" name="Notes Placeholder 2"/>
          <p:cNvSpPr>
            <a:spLocks noGrp="1"/>
          </p:cNvSpPr>
          <p:nvPr>
            <p:ph type="body" idx="1"/>
          </p:nvPr>
        </p:nvSpPr>
        <p:spPr/>
        <p:txBody>
          <a:bodyPr/>
          <a:lstStyle/>
          <a:p>
            <a:pPr marL="0" indent="0" defTabSz="905256">
              <a:buNone/>
              <a:defRPr/>
            </a:pPr>
            <a:endParaRPr lang="en-IE" baseline="0" smtClean="0"/>
          </a:p>
          <a:p>
            <a:pPr marL="0" indent="0" defTabSz="905256">
              <a:buNone/>
              <a:defRPr/>
            </a:pPr>
            <a:endParaRPr lang="en-IE" baseline="0" smtClean="0"/>
          </a:p>
          <a:p>
            <a:pPr marL="0" indent="0">
              <a:buNone/>
            </a:pPr>
            <a:endParaRPr lang="en-IE" baseline="0" smtClean="0"/>
          </a:p>
          <a:p>
            <a:pPr marL="0" indent="0">
              <a:buNone/>
            </a:pPr>
            <a:endParaRPr lang="en-IE" baseline="0" smtClean="0"/>
          </a:p>
          <a:p>
            <a:pPr marL="0" indent="0">
              <a:buNone/>
            </a:pPr>
            <a:endParaRPr lang="en-IE" smtClean="0"/>
          </a:p>
        </p:txBody>
      </p:sp>
    </p:spTree>
    <p:extLst>
      <p:ext uri="{BB962C8B-B14F-4D97-AF65-F5344CB8AC3E}">
        <p14:creationId xmlns:p14="http://schemas.microsoft.com/office/powerpoint/2010/main" val="23277169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a:p>
        </p:txBody>
      </p:sp>
      <p:sp>
        <p:nvSpPr>
          <p:cNvPr id="4" name="Slide Number Placeholder 3"/>
          <p:cNvSpPr>
            <a:spLocks noGrp="1"/>
          </p:cNvSpPr>
          <p:nvPr>
            <p:ph type="sldNum" sz="quarter" idx="10"/>
          </p:nvPr>
        </p:nvSpPr>
        <p:spPr/>
        <p:txBody>
          <a:bodyPr/>
          <a:lstStyle/>
          <a:p>
            <a:fld id="{149F98E1-EFC2-4F68-AE7E-33B280A25773}" type="slidenum">
              <a:rPr lang="en-IE" smtClean="0"/>
              <a:t>14</a:t>
            </a:fld>
            <a:endParaRPr lang="en-IE"/>
          </a:p>
        </p:txBody>
      </p:sp>
    </p:spTree>
    <p:extLst>
      <p:ext uri="{BB962C8B-B14F-4D97-AF65-F5344CB8AC3E}">
        <p14:creationId xmlns:p14="http://schemas.microsoft.com/office/powerpoint/2010/main" val="11467774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smtClean="0"/>
              <a:t>Ou</a:t>
            </a:r>
            <a:endParaRPr lang="en-IE"/>
          </a:p>
        </p:txBody>
      </p:sp>
      <p:sp>
        <p:nvSpPr>
          <p:cNvPr id="4" name="Slide Number Placeholder 3"/>
          <p:cNvSpPr>
            <a:spLocks noGrp="1"/>
          </p:cNvSpPr>
          <p:nvPr>
            <p:ph type="sldNum" sz="quarter" idx="10"/>
          </p:nvPr>
        </p:nvSpPr>
        <p:spPr/>
        <p:txBody>
          <a:bodyPr/>
          <a:lstStyle/>
          <a:p>
            <a:fld id="{149F98E1-EFC2-4F68-AE7E-33B280A25773}" type="slidenum">
              <a:rPr lang="en-IE" smtClean="0"/>
              <a:t>15</a:t>
            </a:fld>
            <a:endParaRPr lang="en-IE"/>
          </a:p>
        </p:txBody>
      </p:sp>
    </p:spTree>
    <p:extLst>
      <p:ext uri="{BB962C8B-B14F-4D97-AF65-F5344CB8AC3E}">
        <p14:creationId xmlns:p14="http://schemas.microsoft.com/office/powerpoint/2010/main" val="3521442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smtClean="0">
                <a:solidFill>
                  <a:schemeClr val="tx1"/>
                </a:solidFill>
                <a:effectLst/>
                <a:latin typeface="+mn-lt"/>
                <a:ea typeface="+mn-ea"/>
                <a:cs typeface="+mn-cs"/>
              </a:rPr>
              <a:t>Summary</a:t>
            </a:r>
          </a:p>
          <a:p>
            <a:r>
              <a:rPr lang="en-US" sz="1200" b="0" i="0" kern="1200" smtClean="0">
                <a:solidFill>
                  <a:schemeClr val="tx1"/>
                </a:solidFill>
                <a:effectLst/>
                <a:latin typeface="+mn-lt"/>
                <a:ea typeface="+mn-ea"/>
                <a:cs typeface="+mn-cs"/>
              </a:rPr>
              <a:t>When selecting subsets of data, square brackets [] are used.</a:t>
            </a:r>
          </a:p>
          <a:p>
            <a:r>
              <a:rPr lang="en-US" sz="1200" b="0" i="0" kern="1200" smtClean="0">
                <a:solidFill>
                  <a:schemeClr val="tx1"/>
                </a:solidFill>
                <a:effectLst/>
                <a:latin typeface="+mn-lt"/>
                <a:ea typeface="+mn-ea"/>
                <a:cs typeface="+mn-cs"/>
              </a:rPr>
              <a:t>Inside these brackets, you can use a single column/row label, a list of column/row labels, a slice of labels, a conditional expression or a colon.</a:t>
            </a:r>
          </a:p>
          <a:p>
            <a:r>
              <a:rPr lang="en-US" sz="1200" b="0" i="0" kern="1200" smtClean="0">
                <a:solidFill>
                  <a:schemeClr val="tx1"/>
                </a:solidFill>
                <a:effectLst/>
                <a:latin typeface="+mn-lt"/>
                <a:ea typeface="+mn-ea"/>
                <a:cs typeface="+mn-cs"/>
              </a:rPr>
              <a:t>Select specific rows and/or columns using loc when using the row and column names</a:t>
            </a:r>
          </a:p>
          <a:p>
            <a:r>
              <a:rPr lang="en-US" sz="1200" b="0" i="0" kern="1200" smtClean="0">
                <a:solidFill>
                  <a:schemeClr val="tx1"/>
                </a:solidFill>
                <a:effectLst/>
                <a:latin typeface="+mn-lt"/>
                <a:ea typeface="+mn-ea"/>
                <a:cs typeface="+mn-cs"/>
              </a:rPr>
              <a:t>Select specific rows and/or columns using iloc when using the positions in the table</a:t>
            </a:r>
          </a:p>
          <a:p>
            <a:r>
              <a:rPr lang="en-US" sz="1200" b="0" i="0" kern="1200" smtClean="0">
                <a:solidFill>
                  <a:schemeClr val="tx1"/>
                </a:solidFill>
                <a:effectLst/>
                <a:latin typeface="+mn-lt"/>
                <a:ea typeface="+mn-ea"/>
                <a:cs typeface="+mn-cs"/>
              </a:rPr>
              <a:t>You can assign new values to a selection based on loc/iloc.</a:t>
            </a:r>
          </a:p>
          <a:p>
            <a:endParaRPr lang="en-IE"/>
          </a:p>
        </p:txBody>
      </p:sp>
      <p:sp>
        <p:nvSpPr>
          <p:cNvPr id="4" name="Slide Number Placeholder 3"/>
          <p:cNvSpPr>
            <a:spLocks noGrp="1"/>
          </p:cNvSpPr>
          <p:nvPr>
            <p:ph type="sldNum" sz="quarter" idx="10"/>
          </p:nvPr>
        </p:nvSpPr>
        <p:spPr/>
        <p:txBody>
          <a:bodyPr/>
          <a:lstStyle/>
          <a:p>
            <a:fld id="{149F98E1-EFC2-4F68-AE7E-33B280A25773}" type="slidenum">
              <a:rPr lang="en-IE" smtClean="0"/>
              <a:t>17</a:t>
            </a:fld>
            <a:endParaRPr lang="en-IE"/>
          </a:p>
        </p:txBody>
      </p:sp>
    </p:spTree>
    <p:extLst>
      <p:ext uri="{BB962C8B-B14F-4D97-AF65-F5344CB8AC3E}">
        <p14:creationId xmlns:p14="http://schemas.microsoft.com/office/powerpoint/2010/main" val="16228426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3" y="741363"/>
            <a:ext cx="6578600" cy="3700462"/>
          </a:xfrm>
        </p:spPr>
      </p:sp>
      <p:sp>
        <p:nvSpPr>
          <p:cNvPr id="3" name="Notes Placeholder 2"/>
          <p:cNvSpPr>
            <a:spLocks noGrp="1"/>
          </p:cNvSpPr>
          <p:nvPr>
            <p:ph type="body" idx="1"/>
          </p:nvPr>
        </p:nvSpPr>
        <p:spPr/>
        <p:txBody>
          <a:bodyPr/>
          <a:lstStyle/>
          <a:p>
            <a:pPr marL="0" indent="0" defTabSz="905256">
              <a:buNone/>
              <a:defRPr/>
            </a:pPr>
            <a:endParaRPr lang="en-IE" baseline="0" smtClean="0"/>
          </a:p>
          <a:p>
            <a:pPr marL="0" indent="0" defTabSz="905256">
              <a:buNone/>
              <a:defRPr/>
            </a:pPr>
            <a:endParaRPr lang="en-IE" baseline="0" smtClean="0"/>
          </a:p>
          <a:p>
            <a:pPr marL="0" indent="0">
              <a:buNone/>
            </a:pPr>
            <a:endParaRPr lang="en-IE" baseline="0" smtClean="0"/>
          </a:p>
          <a:p>
            <a:pPr marL="0" indent="0">
              <a:buNone/>
            </a:pPr>
            <a:endParaRPr lang="en-IE" baseline="0" smtClean="0"/>
          </a:p>
          <a:p>
            <a:pPr marL="0" indent="0">
              <a:buNone/>
            </a:pPr>
            <a:endParaRPr lang="en-IE" smtClean="0"/>
          </a:p>
        </p:txBody>
      </p:sp>
    </p:spTree>
    <p:extLst>
      <p:ext uri="{BB962C8B-B14F-4D97-AF65-F5344CB8AC3E}">
        <p14:creationId xmlns:p14="http://schemas.microsoft.com/office/powerpoint/2010/main" val="3212532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3" y="741363"/>
            <a:ext cx="6578600" cy="3700462"/>
          </a:xfrm>
        </p:spPr>
      </p:sp>
      <p:sp>
        <p:nvSpPr>
          <p:cNvPr id="3" name="Notes Placeholder 2"/>
          <p:cNvSpPr>
            <a:spLocks noGrp="1"/>
          </p:cNvSpPr>
          <p:nvPr>
            <p:ph type="body" idx="1"/>
          </p:nvPr>
        </p:nvSpPr>
        <p:spPr/>
        <p:txBody>
          <a:bodyPr/>
          <a:lstStyle/>
          <a:p>
            <a:pPr marL="0" indent="0" defTabSz="905256">
              <a:buNone/>
              <a:defRPr/>
            </a:pPr>
            <a:endParaRPr lang="en-IE" baseline="0" smtClean="0"/>
          </a:p>
          <a:p>
            <a:pPr marL="0" indent="0" defTabSz="905256">
              <a:buNone/>
              <a:defRPr/>
            </a:pPr>
            <a:endParaRPr lang="en-IE" baseline="0" smtClean="0"/>
          </a:p>
          <a:p>
            <a:pPr marL="0" indent="0">
              <a:buNone/>
            </a:pPr>
            <a:endParaRPr lang="en-IE" baseline="0" smtClean="0"/>
          </a:p>
          <a:p>
            <a:pPr marL="0" indent="0">
              <a:buNone/>
            </a:pPr>
            <a:endParaRPr lang="en-IE" baseline="0" smtClean="0"/>
          </a:p>
          <a:p>
            <a:pPr marL="0" indent="0">
              <a:buNone/>
            </a:pPr>
            <a:endParaRPr lang="en-IE" smtClean="0"/>
          </a:p>
        </p:txBody>
      </p:sp>
    </p:spTree>
    <p:extLst>
      <p:ext uri="{BB962C8B-B14F-4D97-AF65-F5344CB8AC3E}">
        <p14:creationId xmlns:p14="http://schemas.microsoft.com/office/powerpoint/2010/main" val="3684264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3" y="741363"/>
            <a:ext cx="6578600" cy="3700462"/>
          </a:xfrm>
        </p:spPr>
      </p:sp>
      <p:sp>
        <p:nvSpPr>
          <p:cNvPr id="3" name="Notes Placeholder 2"/>
          <p:cNvSpPr>
            <a:spLocks noGrp="1"/>
          </p:cNvSpPr>
          <p:nvPr>
            <p:ph type="body" idx="1"/>
          </p:nvPr>
        </p:nvSpPr>
        <p:spPr/>
        <p:txBody>
          <a:bodyPr/>
          <a:lstStyle/>
          <a:p>
            <a:pPr marL="0" indent="0" defTabSz="905256">
              <a:buNone/>
              <a:defRPr/>
            </a:pPr>
            <a:endParaRPr lang="en-IE" baseline="0" smtClean="0"/>
          </a:p>
          <a:p>
            <a:pPr marL="0" indent="0" defTabSz="905256">
              <a:buNone/>
              <a:defRPr/>
            </a:pPr>
            <a:endParaRPr lang="en-IE" baseline="0" smtClean="0"/>
          </a:p>
          <a:p>
            <a:pPr marL="0" indent="0">
              <a:buNone/>
            </a:pPr>
            <a:endParaRPr lang="en-IE" baseline="0" smtClean="0"/>
          </a:p>
          <a:p>
            <a:pPr marL="0" indent="0">
              <a:buNone/>
            </a:pPr>
            <a:endParaRPr lang="en-IE" baseline="0" smtClean="0"/>
          </a:p>
          <a:p>
            <a:pPr marL="0" indent="0">
              <a:buNone/>
            </a:pPr>
            <a:endParaRPr lang="en-IE" smtClean="0"/>
          </a:p>
        </p:txBody>
      </p:sp>
    </p:spTree>
    <p:extLst>
      <p:ext uri="{BB962C8B-B14F-4D97-AF65-F5344CB8AC3E}">
        <p14:creationId xmlns:p14="http://schemas.microsoft.com/office/powerpoint/2010/main" val="35871213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3" y="741363"/>
            <a:ext cx="6578600" cy="3700462"/>
          </a:xfrm>
        </p:spPr>
      </p:sp>
      <p:sp>
        <p:nvSpPr>
          <p:cNvPr id="3" name="Notes Placeholder 2"/>
          <p:cNvSpPr>
            <a:spLocks noGrp="1"/>
          </p:cNvSpPr>
          <p:nvPr>
            <p:ph type="body" idx="1"/>
          </p:nvPr>
        </p:nvSpPr>
        <p:spPr/>
        <p:txBody>
          <a:bodyPr/>
          <a:lstStyle/>
          <a:p>
            <a:pPr marL="0" indent="0" defTabSz="905256">
              <a:buNone/>
              <a:defRPr/>
            </a:pPr>
            <a:endParaRPr lang="en-IE" baseline="0" smtClean="0"/>
          </a:p>
          <a:p>
            <a:pPr marL="0" indent="0" defTabSz="905256">
              <a:buNone/>
              <a:defRPr/>
            </a:pPr>
            <a:endParaRPr lang="en-IE" baseline="0" smtClean="0"/>
          </a:p>
          <a:p>
            <a:pPr marL="0" indent="0">
              <a:buNone/>
            </a:pPr>
            <a:endParaRPr lang="en-IE" baseline="0" smtClean="0"/>
          </a:p>
          <a:p>
            <a:pPr marL="0" indent="0">
              <a:buNone/>
            </a:pPr>
            <a:endParaRPr lang="en-IE" baseline="0" smtClean="0"/>
          </a:p>
          <a:p>
            <a:pPr marL="0" indent="0">
              <a:buNone/>
            </a:pPr>
            <a:endParaRPr lang="en-IE" smtClean="0"/>
          </a:p>
        </p:txBody>
      </p:sp>
    </p:spTree>
    <p:extLst>
      <p:ext uri="{BB962C8B-B14F-4D97-AF65-F5344CB8AC3E}">
        <p14:creationId xmlns:p14="http://schemas.microsoft.com/office/powerpoint/2010/main" val="2151584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3" y="741363"/>
            <a:ext cx="6578600" cy="3700462"/>
          </a:xfrm>
        </p:spPr>
      </p:sp>
      <p:sp>
        <p:nvSpPr>
          <p:cNvPr id="3" name="Notes Placeholder 2"/>
          <p:cNvSpPr>
            <a:spLocks noGrp="1"/>
          </p:cNvSpPr>
          <p:nvPr>
            <p:ph type="body" idx="1"/>
          </p:nvPr>
        </p:nvSpPr>
        <p:spPr/>
        <p:txBody>
          <a:bodyPr/>
          <a:lstStyle/>
          <a:p>
            <a:pPr marL="0" indent="0" defTabSz="905256">
              <a:buNone/>
              <a:defRPr/>
            </a:pPr>
            <a:endParaRPr lang="en-IE" baseline="0" smtClean="0"/>
          </a:p>
          <a:p>
            <a:pPr marL="0" indent="0" defTabSz="905256">
              <a:buNone/>
              <a:defRPr/>
            </a:pPr>
            <a:endParaRPr lang="en-IE" baseline="0" smtClean="0"/>
          </a:p>
          <a:p>
            <a:pPr marL="0" indent="0">
              <a:buNone/>
            </a:pPr>
            <a:endParaRPr lang="en-IE" baseline="0" smtClean="0"/>
          </a:p>
          <a:p>
            <a:pPr marL="0" indent="0">
              <a:buNone/>
            </a:pPr>
            <a:endParaRPr lang="en-IE" baseline="0" smtClean="0"/>
          </a:p>
          <a:p>
            <a:pPr marL="0" indent="0">
              <a:buNone/>
            </a:pPr>
            <a:endParaRPr lang="en-IE" smtClean="0"/>
          </a:p>
        </p:txBody>
      </p:sp>
    </p:spTree>
    <p:extLst>
      <p:ext uri="{BB962C8B-B14F-4D97-AF65-F5344CB8AC3E}">
        <p14:creationId xmlns:p14="http://schemas.microsoft.com/office/powerpoint/2010/main" val="14685232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3" y="741363"/>
            <a:ext cx="6578600" cy="3700462"/>
          </a:xfrm>
        </p:spPr>
      </p:sp>
      <p:sp>
        <p:nvSpPr>
          <p:cNvPr id="3" name="Notes Placeholder 2"/>
          <p:cNvSpPr>
            <a:spLocks noGrp="1"/>
          </p:cNvSpPr>
          <p:nvPr>
            <p:ph type="body" idx="1"/>
          </p:nvPr>
        </p:nvSpPr>
        <p:spPr/>
        <p:txBody>
          <a:bodyPr/>
          <a:lstStyle/>
          <a:p>
            <a:pPr marL="0" indent="0" defTabSz="905256">
              <a:buNone/>
              <a:defRPr/>
            </a:pPr>
            <a:endParaRPr lang="en-IE" baseline="0" smtClean="0"/>
          </a:p>
          <a:p>
            <a:pPr marL="0" indent="0" defTabSz="905256">
              <a:buNone/>
              <a:defRPr/>
            </a:pPr>
            <a:endParaRPr lang="en-IE" baseline="0" smtClean="0"/>
          </a:p>
          <a:p>
            <a:pPr marL="0" indent="0">
              <a:buNone/>
            </a:pPr>
            <a:endParaRPr lang="en-IE" baseline="0" smtClean="0"/>
          </a:p>
          <a:p>
            <a:pPr marL="0" indent="0">
              <a:buNone/>
            </a:pPr>
            <a:endParaRPr lang="en-IE" baseline="0" smtClean="0"/>
          </a:p>
          <a:p>
            <a:pPr marL="0" indent="0">
              <a:buNone/>
            </a:pPr>
            <a:endParaRPr lang="en-IE" smtClean="0"/>
          </a:p>
        </p:txBody>
      </p:sp>
    </p:spTree>
    <p:extLst>
      <p:ext uri="{BB962C8B-B14F-4D97-AF65-F5344CB8AC3E}">
        <p14:creationId xmlns:p14="http://schemas.microsoft.com/office/powerpoint/2010/main" val="3744950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863" y="741363"/>
            <a:ext cx="6578600" cy="3700462"/>
          </a:xfrm>
        </p:spPr>
      </p:sp>
      <p:sp>
        <p:nvSpPr>
          <p:cNvPr id="3" name="Notes Placeholder 2"/>
          <p:cNvSpPr>
            <a:spLocks noGrp="1"/>
          </p:cNvSpPr>
          <p:nvPr>
            <p:ph type="body" idx="1"/>
          </p:nvPr>
        </p:nvSpPr>
        <p:spPr/>
        <p:txBody>
          <a:bodyPr/>
          <a:lstStyle/>
          <a:p>
            <a:pPr marL="0" indent="0" defTabSz="905256">
              <a:buNone/>
              <a:defRPr/>
            </a:pPr>
            <a:endParaRPr lang="en-IE" baseline="0" smtClean="0"/>
          </a:p>
          <a:p>
            <a:pPr marL="0" indent="0" defTabSz="905256">
              <a:buNone/>
              <a:defRPr/>
            </a:pPr>
            <a:endParaRPr lang="en-IE" baseline="0" smtClean="0"/>
          </a:p>
          <a:p>
            <a:pPr marL="0" indent="0">
              <a:buNone/>
            </a:pPr>
            <a:endParaRPr lang="en-IE" baseline="0" smtClean="0"/>
          </a:p>
          <a:p>
            <a:pPr marL="0" indent="0">
              <a:buNone/>
            </a:pPr>
            <a:endParaRPr lang="en-IE" baseline="0" smtClean="0"/>
          </a:p>
          <a:p>
            <a:pPr marL="0" indent="0">
              <a:buNone/>
            </a:pPr>
            <a:endParaRPr lang="en-IE" smtClean="0"/>
          </a:p>
        </p:txBody>
      </p:sp>
    </p:spTree>
    <p:extLst>
      <p:ext uri="{BB962C8B-B14F-4D97-AF65-F5344CB8AC3E}">
        <p14:creationId xmlns:p14="http://schemas.microsoft.com/office/powerpoint/2010/main" val="3156063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7163" indent="0">
              <a:buNone/>
            </a:pPr>
            <a:r>
              <a:rPr lang="en-IE" smtClean="0"/>
              <a:t>End of session</a:t>
            </a:r>
            <a:endParaRPr lang="en-IE"/>
          </a:p>
        </p:txBody>
      </p:sp>
    </p:spTree>
    <p:extLst>
      <p:ext uri="{BB962C8B-B14F-4D97-AF65-F5344CB8AC3E}">
        <p14:creationId xmlns:p14="http://schemas.microsoft.com/office/powerpoint/2010/main" val="4742090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Front cover: White">
  <p:cSld name="Front cover: White">
    <p:bg>
      <p:bgPr>
        <a:solidFill>
          <a:schemeClr val="lt1"/>
        </a:solidFill>
        <a:effectLst/>
      </p:bgPr>
    </p:bg>
    <p:spTree>
      <p:nvGrpSpPr>
        <p:cNvPr id="1" name="Shape 11"/>
        <p:cNvGrpSpPr/>
        <p:nvPr/>
      </p:nvGrpSpPr>
      <p:grpSpPr>
        <a:xfrm>
          <a:off x="0" y="0"/>
          <a:ext cx="0" cy="0"/>
          <a:chOff x="0" y="0"/>
          <a:chExt cx="0" cy="0"/>
        </a:xfrm>
      </p:grpSpPr>
      <p:sp>
        <p:nvSpPr>
          <p:cNvPr id="12" name="Google Shape;12;p23"/>
          <p:cNvSpPr/>
          <p:nvPr/>
        </p:nvSpPr>
        <p:spPr>
          <a:xfrm>
            <a:off x="-3600" y="0"/>
            <a:ext cx="12204703" cy="6865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3" name="Google Shape;13;p23"/>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44432E16-4FD1-40A9-8FBA-909A091B44D5}"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4" name="Google Shape;14;p23"/>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5" name="Google Shape;15;p23"/>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sp>
        <p:nvSpPr>
          <p:cNvPr id="16" name="Google Shape;16;p23"/>
          <p:cNvSpPr txBox="1">
            <a:spLocks noGrp="1"/>
          </p:cNvSpPr>
          <p:nvPr>
            <p:ph type="title"/>
          </p:nvPr>
        </p:nvSpPr>
        <p:spPr>
          <a:xfrm>
            <a:off x="6961787" y="2456475"/>
            <a:ext cx="4624582" cy="1928219"/>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accent2"/>
              </a:buClr>
              <a:buSzPts val="4000"/>
              <a:buFont typeface="Calibri"/>
              <a:buNone/>
              <a:defRPr sz="4000">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3"/>
          <p:cNvSpPr txBox="1">
            <a:spLocks noGrp="1"/>
          </p:cNvSpPr>
          <p:nvPr>
            <p:ph type="body" idx="1"/>
          </p:nvPr>
        </p:nvSpPr>
        <p:spPr>
          <a:xfrm>
            <a:off x="6961787" y="4720790"/>
            <a:ext cx="4624582" cy="70346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dk2"/>
              </a:buClr>
              <a:buSzPts val="2000"/>
              <a:buNone/>
              <a:defRPr sz="2000">
                <a:solidFill>
                  <a:schemeClr val="dk2"/>
                </a:solidFill>
              </a:defRPr>
            </a:lvl1pPr>
            <a:lvl2pPr marL="914400" lvl="1" indent="-228600" algn="l">
              <a:lnSpc>
                <a:spcPct val="90000"/>
              </a:lnSpc>
              <a:spcBef>
                <a:spcPts val="400"/>
              </a:spcBef>
              <a:spcAft>
                <a:spcPts val="0"/>
              </a:spcAft>
              <a:buClr>
                <a:schemeClr val="dk2"/>
              </a:buClr>
              <a:buSzPts val="1800"/>
              <a:buNone/>
              <a:defRPr sz="1800">
                <a:solidFill>
                  <a:schemeClr val="dk2"/>
                </a:solidFill>
              </a:defRPr>
            </a:lvl2pPr>
            <a:lvl3pPr marL="1371600" lvl="2" indent="-342900" algn="l">
              <a:lnSpc>
                <a:spcPct val="90000"/>
              </a:lnSpc>
              <a:spcBef>
                <a:spcPts val="400"/>
              </a:spcBef>
              <a:spcAft>
                <a:spcPts val="0"/>
              </a:spcAft>
              <a:buSzPts val="1800"/>
              <a:buChar char="•"/>
              <a:defRPr>
                <a:solidFill>
                  <a:srgbClr val="FF0000"/>
                </a:solidFill>
              </a:defRPr>
            </a:lvl3pPr>
            <a:lvl4pPr marL="1828800" lvl="3" indent="-330200" algn="l">
              <a:lnSpc>
                <a:spcPct val="90000"/>
              </a:lnSpc>
              <a:spcBef>
                <a:spcPts val="400"/>
              </a:spcBef>
              <a:spcAft>
                <a:spcPts val="0"/>
              </a:spcAft>
              <a:buSzPts val="1600"/>
              <a:buChar char="•"/>
              <a:defRPr>
                <a:solidFill>
                  <a:srgbClr val="FF0000"/>
                </a:solidFill>
              </a:defRPr>
            </a:lvl4pPr>
            <a:lvl5pPr marL="2286000" lvl="4" indent="-228600" algn="l">
              <a:lnSpc>
                <a:spcPct val="90000"/>
              </a:lnSpc>
              <a:spcBef>
                <a:spcPts val="800"/>
              </a:spcBef>
              <a:spcAft>
                <a:spcPts val="0"/>
              </a:spcAft>
              <a:buClr>
                <a:srgbClr val="FF0000"/>
              </a:buClr>
              <a:buSzPts val="2000"/>
              <a:buNone/>
              <a:defRPr>
                <a:solidFill>
                  <a:srgbClr val="FF0000"/>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8" name="Google Shape;18;p23"/>
          <p:cNvGrpSpPr/>
          <p:nvPr/>
        </p:nvGrpSpPr>
        <p:grpSpPr>
          <a:xfrm>
            <a:off x="6961787" y="356985"/>
            <a:ext cx="2484055" cy="997200"/>
            <a:chOff x="1899" y="899"/>
            <a:chExt cx="4165" cy="1672"/>
          </a:xfrm>
        </p:grpSpPr>
        <p:sp>
          <p:nvSpPr>
            <p:cNvPr id="19" name="Google Shape;19;p23"/>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 name="Google Shape;20;p23"/>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 name="Google Shape;21;p23"/>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 name="Google Shape;22;p23"/>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 name="Google Shape;23;p23"/>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4" name="Google Shape;24;p23"/>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5" name="Google Shape;25;p23"/>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6" name="Google Shape;26;p23"/>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7" name="Google Shape;27;p23"/>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8" name="Google Shape;28;p23"/>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9" name="Google Shape;29;p23"/>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0" name="Google Shape;30;p23"/>
            <p:cNvSpPr/>
            <p:nvPr/>
          </p:nvSpPr>
          <p:spPr>
            <a:xfrm>
              <a:off x="2762" y="2203"/>
              <a:ext cx="28"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1" name="Google Shape;31;p23"/>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2" name="Google Shape;32;p23"/>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3" name="Google Shape;33;p23"/>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4" name="Google Shape;34;p23"/>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5" name="Google Shape;35;p23"/>
            <p:cNvSpPr/>
            <p:nvPr/>
          </p:nvSpPr>
          <p:spPr>
            <a:xfrm>
              <a:off x="3203" y="2203"/>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6" name="Google Shape;36;p23"/>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7" name="Google Shape;37;p23"/>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8" name="Google Shape;38;p23"/>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9" name="Google Shape;39;p23"/>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0" name="Google Shape;40;p23"/>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1" name="Google Shape;41;p23"/>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2" name="Google Shape;42;p23"/>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3" name="Google Shape;43;p23"/>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4" name="Google Shape;44;p23"/>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5" name="Google Shape;45;p23"/>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6" name="Google Shape;46;p23"/>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7" name="Google Shape;47;p23"/>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8" name="Google Shape;48;p23"/>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9" name="Google Shape;49;p23"/>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0" name="Google Shape;50;p23"/>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1" name="Google Shape;51;p23"/>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2" name="Google Shape;52;p23"/>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3" name="Google Shape;53;p23"/>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4" name="Google Shape;54;p23"/>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5" name="Google Shape;55;p23"/>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6" name="Google Shape;56;p23"/>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7" name="Google Shape;57;p23"/>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8" name="Google Shape;58;p23"/>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9" name="Google Shape;59;p23"/>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0" name="Google Shape;60;p23"/>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1" name="Google Shape;61;p23"/>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2" name="Google Shape;62;p23"/>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3" name="Google Shape;63;p23"/>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4" name="Google Shape;64;p23"/>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5" name="Google Shape;65;p23"/>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6" name="Google Shape;66;p23"/>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7" name="Google Shape;67;p23"/>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8" name="Google Shape;68;p23"/>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9" name="Google Shape;69;p23"/>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0" name="Google Shape;70;p23"/>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1" name="Google Shape;71;p23"/>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2" name="Google Shape;72;p23"/>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3" name="Google Shape;73;p23"/>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4" name="Google Shape;74;p23"/>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5" name="Google Shape;75;p23"/>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6" name="Google Shape;76;p23"/>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7" name="Google Shape;77;p23"/>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8" name="Google Shape;78;p23"/>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9" name="Google Shape;79;p23"/>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0" name="Google Shape;80;p23"/>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1" name="Google Shape;81;p23"/>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2" name="Google Shape;82;p23"/>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3" name="Google Shape;83;p23"/>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4" name="Google Shape;84;p23"/>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5" name="Google Shape;85;p23"/>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6" name="Google Shape;86;p23"/>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7" name="Google Shape;87;p23"/>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8" name="Google Shape;88;p23"/>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9" name="Google Shape;89;p23"/>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0" name="Google Shape;90;p23"/>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1" name="Google Shape;91;p23"/>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2" name="Google Shape;92;p23"/>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3" name="Google Shape;93;p23"/>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4" name="Google Shape;94;p23"/>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5" name="Google Shape;95;p23"/>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6" name="Google Shape;96;p23"/>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7" name="Google Shape;97;p23"/>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8" name="Google Shape;98;p23"/>
            <p:cNvSpPr/>
            <p:nvPr/>
          </p:nvSpPr>
          <p:spPr>
            <a:xfrm>
              <a:off x="4838" y="2425"/>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9" name="Google Shape;99;p23"/>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0" name="Google Shape;100;p23"/>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1" name="Google Shape;101;p23"/>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2" name="Google Shape;102;p23"/>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3" name="Google Shape;103;p23"/>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4" name="Google Shape;104;p23"/>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5" name="Google Shape;105;p23"/>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6" name="Google Shape;106;p23"/>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7" name="Google Shape;107;p23"/>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8" name="Google Shape;108;p23"/>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9" name="Google Shape;109;p23"/>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0" name="Google Shape;110;p23"/>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1" name="Google Shape;111;p23"/>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112" name="Google Shape;112;p23"/>
            <p:cNvCxnSpPr/>
            <p:nvPr/>
          </p:nvCxnSpPr>
          <p:spPr>
            <a:xfrm>
              <a:off x="3964" y="2205"/>
              <a:ext cx="0" cy="366"/>
            </a:xfrm>
            <a:prstGeom prst="straightConnector1">
              <a:avLst/>
            </a:prstGeom>
            <a:noFill/>
            <a:ln w="14275" cap="flat" cmpd="sng">
              <a:solidFill>
                <a:srgbClr val="20406F"/>
              </a:solidFill>
              <a:prstDash val="solid"/>
              <a:miter lim="800000"/>
              <a:headEnd type="none" w="med" len="med"/>
              <a:tailEnd type="none" w="med" len="med"/>
            </a:ln>
          </p:spPr>
        </p:cxnSp>
      </p:grpSp>
      <p:grpSp>
        <p:nvGrpSpPr>
          <p:cNvPr id="113" name="Google Shape;113;p23"/>
          <p:cNvGrpSpPr/>
          <p:nvPr/>
        </p:nvGrpSpPr>
        <p:grpSpPr>
          <a:xfrm>
            <a:off x="-2330631" y="180542"/>
            <a:ext cx="8882372" cy="6220800"/>
            <a:chOff x="8589113" y="1245357"/>
            <a:chExt cx="1009129" cy="706747"/>
          </a:xfrm>
        </p:grpSpPr>
        <p:sp>
          <p:nvSpPr>
            <p:cNvPr id="114" name="Google Shape;114;p23"/>
            <p:cNvSpPr/>
            <p:nvPr/>
          </p:nvSpPr>
          <p:spPr>
            <a:xfrm>
              <a:off x="8589113" y="1491079"/>
              <a:ext cx="1009129" cy="425838"/>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5" name="Google Shape;115;p23"/>
            <p:cNvSpPr/>
            <p:nvPr/>
          </p:nvSpPr>
          <p:spPr>
            <a:xfrm>
              <a:off x="9243973" y="1245357"/>
              <a:ext cx="218287" cy="287470"/>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6" name="Google Shape;116;p23"/>
            <p:cNvSpPr/>
            <p:nvPr/>
          </p:nvSpPr>
          <p:spPr>
            <a:xfrm>
              <a:off x="8881355" y="1764831"/>
              <a:ext cx="688856" cy="187273"/>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pic>
        <p:nvPicPr>
          <p:cNvPr id="117" name="Google Shape;117;p23"/>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9896697" y="524159"/>
            <a:ext cx="1710223" cy="692705"/>
          </a:xfrm>
          <a:prstGeom prst="rect">
            <a:avLst/>
          </a:prstGeom>
          <a:noFill/>
          <a:ln>
            <a:noFill/>
          </a:ln>
        </p:spPr>
      </p:pic>
    </p:spTree>
    <p:extLst>
      <p:ext uri="{BB962C8B-B14F-4D97-AF65-F5344CB8AC3E}">
        <p14:creationId xmlns:p14="http://schemas.microsoft.com/office/powerpoint/2010/main" val="228066909"/>
      </p:ext>
    </p:extLst>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3"/>
                                        </p:tgtEl>
                                        <p:attrNameLst>
                                          <p:attrName>style.visibility</p:attrName>
                                        </p:attrNameLst>
                                      </p:cBhvr>
                                      <p:to>
                                        <p:strVal val="visible"/>
                                      </p:to>
                                    </p:set>
                                    <p:animEffect transition="in" filter="fade">
                                      <p:cBhvr>
                                        <p:cTn id="7" dur="500"/>
                                        <p:tgtEl>
                                          <p:spTgt spid="113"/>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par>
                                <p:cTn id="12" presetID="10" presetClass="entr" presetSubtype="0" fill="hold" nodeType="with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par>
                                <p:cTn id="15" presetID="10" presetClass="entr" presetSubtype="0" fill="hold" nodeType="withEffect">
                                  <p:stCondLst>
                                    <p:cond delay="0"/>
                                  </p:stCondLst>
                                  <p:childTnLst>
                                    <p:set>
                                      <p:cBhvr>
                                        <p:cTn id="16" dur="1" fill="hold">
                                          <p:stCondLst>
                                            <p:cond delay="0"/>
                                          </p:stCondLst>
                                        </p:cTn>
                                        <p:tgtEl>
                                          <p:spTgt spid="17">
                                            <p:txEl>
                                              <p:pRg st="0" end="0"/>
                                            </p:txEl>
                                          </p:spTgt>
                                        </p:tgtEl>
                                        <p:attrNameLst>
                                          <p:attrName>style.visibility</p:attrName>
                                        </p:attrNameLst>
                                      </p:cBhvr>
                                      <p:to>
                                        <p:strVal val="visible"/>
                                      </p:to>
                                    </p:set>
                                    <p:animEffect transition="in" filter="fade">
                                      <p:cBhvr>
                                        <p:cTn id="17" dur="500"/>
                                        <p:tgtEl>
                                          <p:spTgt spid="17">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7">
                                            <p:txEl>
                                              <p:charRg st="1" end="1"/>
                                            </p:txEl>
                                          </p:spTgt>
                                        </p:tgtEl>
                                        <p:attrNameLst>
                                          <p:attrName>style.visibility</p:attrName>
                                        </p:attrNameLst>
                                      </p:cBhvr>
                                      <p:to>
                                        <p:strVal val="visible"/>
                                      </p:to>
                                    </p:set>
                                    <p:animEffect transition="in" filter="fade">
                                      <p:cBhvr>
                                        <p:cTn id="20" dur="500"/>
                                        <p:tgtEl>
                                          <p:spTgt spid="17">
                                            <p:txEl>
                                              <p:char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17">
                                            <p:txEl>
                                              <p:charRg st="1" end="1"/>
                                            </p:txEl>
                                          </p:spTgt>
                                        </p:tgtEl>
                                        <p:attrNameLst>
                                          <p:attrName>style.visibility</p:attrName>
                                        </p:attrNameLst>
                                      </p:cBhvr>
                                      <p:to>
                                        <p:strVal val="visible"/>
                                      </p:to>
                                    </p:set>
                                    <p:animEffect transition="in" filter="fade">
                                      <p:cBhvr>
                                        <p:cTn id="23" dur="500"/>
                                        <p:tgtEl>
                                          <p:spTgt spid="17">
                                            <p:txEl>
                                              <p:charRg st="1" end="1"/>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7">
                                            <p:txEl>
                                              <p:charRg st="1" end="1"/>
                                            </p:txEl>
                                          </p:spTgt>
                                        </p:tgtEl>
                                        <p:attrNameLst>
                                          <p:attrName>style.visibility</p:attrName>
                                        </p:attrNameLst>
                                      </p:cBhvr>
                                      <p:to>
                                        <p:strVal val="visible"/>
                                      </p:to>
                                    </p:set>
                                    <p:animEffect transition="in" filter="fade">
                                      <p:cBhvr>
                                        <p:cTn id="26" dur="500"/>
                                        <p:tgtEl>
                                          <p:spTgt spid="17">
                                            <p:txEl>
                                              <p:charRg st="1" end="1"/>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17">
                                            <p:txEl>
                                              <p:charRg st="1" end="1"/>
                                            </p:txEl>
                                          </p:spTgt>
                                        </p:tgtEl>
                                        <p:attrNameLst>
                                          <p:attrName>style.visibility</p:attrName>
                                        </p:attrNameLst>
                                      </p:cBhvr>
                                      <p:to>
                                        <p:strVal val="visible"/>
                                      </p:to>
                                    </p:set>
                                    <p:animEffect transition="in" filter="fade">
                                      <p:cBhvr>
                                        <p:cTn id="29" dur="500"/>
                                        <p:tgtEl>
                                          <p:spTgt spid="17">
                                            <p:txEl>
                                              <p:charRg st="1" end="1"/>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17">
                                            <p:txEl>
                                              <p:charRg st="1" end="1"/>
                                            </p:txEl>
                                          </p:spTgt>
                                        </p:tgtEl>
                                        <p:attrNameLst>
                                          <p:attrName>style.visibility</p:attrName>
                                        </p:attrNameLst>
                                      </p:cBhvr>
                                      <p:to>
                                        <p:strVal val="visible"/>
                                      </p:to>
                                    </p:set>
                                    <p:animEffect transition="in" filter="fade">
                                      <p:cBhvr>
                                        <p:cTn id="32" dur="500"/>
                                        <p:tgtEl>
                                          <p:spTgt spid="17">
                                            <p:txEl>
                                              <p:charRg st="1" end="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xEl>
                                              <p:charRg st="1" end="1"/>
                                            </p:txEl>
                                          </p:spTgt>
                                        </p:tgtEl>
                                        <p:attrNameLst>
                                          <p:attrName>style.visibility</p:attrName>
                                        </p:attrNameLst>
                                      </p:cBhvr>
                                      <p:to>
                                        <p:strVal val="visible"/>
                                      </p:to>
                                    </p:set>
                                    <p:animEffect transition="in" filter="fade">
                                      <p:cBhvr>
                                        <p:cTn id="35" dur="500"/>
                                        <p:tgtEl>
                                          <p:spTgt spid="17">
                                            <p:txEl>
                                              <p:charRg st="1" end="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17">
                                            <p:txEl>
                                              <p:charRg st="1" end="1"/>
                                            </p:txEl>
                                          </p:spTgt>
                                        </p:tgtEl>
                                        <p:attrNameLst>
                                          <p:attrName>style.visibility</p:attrName>
                                        </p:attrNameLst>
                                      </p:cBhvr>
                                      <p:to>
                                        <p:strVal val="visible"/>
                                      </p:to>
                                    </p:set>
                                    <p:animEffect transition="in" filter="fade">
                                      <p:cBhvr>
                                        <p:cTn id="38" dur="500"/>
                                        <p:tgtEl>
                                          <p:spTgt spid="17">
                                            <p:txEl>
                                              <p:charRg st="1" end="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17">
                                            <p:txEl>
                                              <p:charRg st="1" end="1"/>
                                            </p:txEl>
                                          </p:spTgt>
                                        </p:tgtEl>
                                        <p:attrNameLst>
                                          <p:attrName>style.visibility</p:attrName>
                                        </p:attrNameLst>
                                      </p:cBhvr>
                                      <p:to>
                                        <p:strVal val="visible"/>
                                      </p:to>
                                    </p:set>
                                    <p:animEffect transition="in" filter="fade">
                                      <p:cBhvr>
                                        <p:cTn id="41" dur="500"/>
                                        <p:tgtEl>
                                          <p:spTgt spid="17">
                                            <p:txEl>
                                              <p:charRg st="1" end="1"/>
                                            </p:txEl>
                                          </p:spTgt>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117"/>
                                        </p:tgtEl>
                                        <p:attrNameLst>
                                          <p:attrName>style.visibility</p:attrName>
                                        </p:attrNameLst>
                                      </p:cBhvr>
                                      <p:to>
                                        <p:strVal val="visible"/>
                                      </p:to>
                                    </p:set>
                                    <p:animEffect transition="in" filter="fade">
                                      <p:cBhvr>
                                        <p:cTn id="45" dur="10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break: White">
  <p:cSld name="Section break: White">
    <p:bg>
      <p:bgPr>
        <a:solidFill>
          <a:schemeClr val="dk2"/>
        </a:solidFill>
        <a:effectLst/>
      </p:bgPr>
    </p:bg>
    <p:spTree>
      <p:nvGrpSpPr>
        <p:cNvPr id="1" name="Shape 118"/>
        <p:cNvGrpSpPr/>
        <p:nvPr/>
      </p:nvGrpSpPr>
      <p:grpSpPr>
        <a:xfrm>
          <a:off x="0" y="0"/>
          <a:ext cx="0" cy="0"/>
          <a:chOff x="0" y="0"/>
          <a:chExt cx="0" cy="0"/>
        </a:xfrm>
      </p:grpSpPr>
      <p:sp>
        <p:nvSpPr>
          <p:cNvPr id="119" name="Google Shape;119;p24"/>
          <p:cNvSpPr/>
          <p:nvPr/>
        </p:nvSpPr>
        <p:spPr>
          <a:xfrm>
            <a:off x="-3600" y="0"/>
            <a:ext cx="12204703" cy="6865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20" name="Google Shape;120;p24"/>
          <p:cNvSpPr/>
          <p:nvPr/>
        </p:nvSpPr>
        <p:spPr>
          <a:xfrm>
            <a:off x="19653" y="1204484"/>
            <a:ext cx="6588734" cy="5653516"/>
          </a:xfrm>
          <a:custGeom>
            <a:avLst/>
            <a:gdLst/>
            <a:ahLst/>
            <a:cxnLst/>
            <a:rect l="l" t="t" r="r" b="b"/>
            <a:pathLst>
              <a:path w="1639" h="1406" extrusionOk="0">
                <a:moveTo>
                  <a:pt x="674" y="639"/>
                </a:moveTo>
                <a:cubicBezTo>
                  <a:pt x="635" y="428"/>
                  <a:pt x="726" y="234"/>
                  <a:pt x="876" y="207"/>
                </a:cubicBezTo>
                <a:cubicBezTo>
                  <a:pt x="1027" y="180"/>
                  <a:pt x="1180" y="329"/>
                  <a:pt x="1219" y="540"/>
                </a:cubicBezTo>
                <a:cubicBezTo>
                  <a:pt x="1258" y="751"/>
                  <a:pt x="1167" y="944"/>
                  <a:pt x="1016" y="972"/>
                </a:cubicBezTo>
                <a:cubicBezTo>
                  <a:pt x="866" y="999"/>
                  <a:pt x="713" y="850"/>
                  <a:pt x="674" y="639"/>
                </a:cubicBezTo>
                <a:close/>
                <a:moveTo>
                  <a:pt x="1254" y="1034"/>
                </a:moveTo>
                <a:cubicBezTo>
                  <a:pt x="1179" y="1018"/>
                  <a:pt x="1108" y="1008"/>
                  <a:pt x="1041" y="1002"/>
                </a:cubicBezTo>
                <a:cubicBezTo>
                  <a:pt x="1222" y="956"/>
                  <a:pt x="1328" y="718"/>
                  <a:pt x="1281" y="458"/>
                </a:cubicBezTo>
                <a:cubicBezTo>
                  <a:pt x="1231" y="190"/>
                  <a:pt x="1037" y="0"/>
                  <a:pt x="846" y="35"/>
                </a:cubicBezTo>
                <a:cubicBezTo>
                  <a:pt x="655" y="70"/>
                  <a:pt x="540" y="315"/>
                  <a:pt x="589" y="583"/>
                </a:cubicBezTo>
                <a:cubicBezTo>
                  <a:pt x="627" y="794"/>
                  <a:pt x="755" y="955"/>
                  <a:pt x="900" y="999"/>
                </a:cubicBezTo>
                <a:cubicBezTo>
                  <a:pt x="510" y="1010"/>
                  <a:pt x="250" y="1205"/>
                  <a:pt x="0" y="1406"/>
                </a:cubicBezTo>
                <a:lnTo>
                  <a:pt x="443" y="1406"/>
                </a:lnTo>
                <a:cubicBezTo>
                  <a:pt x="471" y="1385"/>
                  <a:pt x="498" y="1364"/>
                  <a:pt x="523" y="1344"/>
                </a:cubicBezTo>
                <a:cubicBezTo>
                  <a:pt x="879" y="1070"/>
                  <a:pt x="1201" y="1173"/>
                  <a:pt x="1295" y="1406"/>
                </a:cubicBezTo>
                <a:lnTo>
                  <a:pt x="1639" y="1406"/>
                </a:lnTo>
                <a:cubicBezTo>
                  <a:pt x="1610" y="1227"/>
                  <a:pt x="1475" y="1082"/>
                  <a:pt x="1254" y="1034"/>
                </a:cubicBezTo>
              </a:path>
            </a:pathLst>
          </a:custGeom>
          <a:solidFill>
            <a:schemeClr val="accent2"/>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1" name="Google Shape;121;p24"/>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FC1E3CC3-DC32-412A-BF09-8887E4F97A7C}" type="datetime1">
              <a:rPr kumimoji="0" lang="en-IE" sz="600" b="0" i="0" u="none" strike="noStrike" kern="0" cap="none" spc="0" normalizeH="0" baseline="0" noProof="0" smtClean="0">
                <a:ln>
                  <a:noFill/>
                </a:ln>
                <a:solidFill>
                  <a:srgbClr val="595959"/>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595959"/>
              </a:solidFill>
              <a:effectLst/>
              <a:uLnTx/>
              <a:uFillTx/>
              <a:latin typeface="Calibri"/>
              <a:cs typeface="Calibri"/>
              <a:sym typeface="Calibri"/>
            </a:endParaRPr>
          </a:p>
        </p:txBody>
      </p:sp>
      <p:sp>
        <p:nvSpPr>
          <p:cNvPr id="122" name="Google Shape;122;p24"/>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595959"/>
              </a:solidFill>
              <a:effectLst/>
              <a:uLnTx/>
              <a:uFillTx/>
              <a:latin typeface="Calibri"/>
              <a:cs typeface="Calibri"/>
              <a:sym typeface="Calibri"/>
            </a:endParaRPr>
          </a:p>
        </p:txBody>
      </p:sp>
      <p:sp>
        <p:nvSpPr>
          <p:cNvPr id="123" name="Google Shape;123;p24"/>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600" b="1">
                <a:solidFill>
                  <a:schemeClr val="dk1"/>
                </a:solidFill>
                <a:latin typeface="Calibri"/>
                <a:ea typeface="Calibri"/>
                <a:cs typeface="Calibri"/>
                <a:sym typeface="Calibri"/>
              </a:defRPr>
            </a:lvl1pPr>
            <a:lvl2pPr marL="0" lvl="1" indent="0" algn="r">
              <a:spcBef>
                <a:spcPts val="0"/>
              </a:spcBef>
              <a:buNone/>
              <a:defRPr sz="1600" b="1">
                <a:solidFill>
                  <a:schemeClr val="dk1"/>
                </a:solidFill>
                <a:latin typeface="Calibri"/>
                <a:ea typeface="Calibri"/>
                <a:cs typeface="Calibri"/>
                <a:sym typeface="Calibri"/>
              </a:defRPr>
            </a:lvl2pPr>
            <a:lvl3pPr marL="0" lvl="2" indent="0" algn="r">
              <a:spcBef>
                <a:spcPts val="0"/>
              </a:spcBef>
              <a:buNone/>
              <a:defRPr sz="1600" b="1">
                <a:solidFill>
                  <a:schemeClr val="dk1"/>
                </a:solidFill>
                <a:latin typeface="Calibri"/>
                <a:ea typeface="Calibri"/>
                <a:cs typeface="Calibri"/>
                <a:sym typeface="Calibri"/>
              </a:defRPr>
            </a:lvl3pPr>
            <a:lvl4pPr marL="0" lvl="3" indent="0" algn="r">
              <a:spcBef>
                <a:spcPts val="0"/>
              </a:spcBef>
              <a:buNone/>
              <a:defRPr sz="1600" b="1">
                <a:solidFill>
                  <a:schemeClr val="dk1"/>
                </a:solidFill>
                <a:latin typeface="Calibri"/>
                <a:ea typeface="Calibri"/>
                <a:cs typeface="Calibri"/>
                <a:sym typeface="Calibri"/>
              </a:defRPr>
            </a:lvl4pPr>
            <a:lvl5pPr marL="0" lvl="4" indent="0" algn="r">
              <a:spcBef>
                <a:spcPts val="0"/>
              </a:spcBef>
              <a:buNone/>
              <a:defRPr sz="1600" b="1">
                <a:solidFill>
                  <a:schemeClr val="dk1"/>
                </a:solidFill>
                <a:latin typeface="Calibri"/>
                <a:ea typeface="Calibri"/>
                <a:cs typeface="Calibri"/>
                <a:sym typeface="Calibri"/>
              </a:defRPr>
            </a:lvl5pPr>
            <a:lvl6pPr marL="0" lvl="5" indent="0" algn="r">
              <a:spcBef>
                <a:spcPts val="0"/>
              </a:spcBef>
              <a:buNone/>
              <a:defRPr sz="1600" b="1">
                <a:solidFill>
                  <a:schemeClr val="dk1"/>
                </a:solidFill>
                <a:latin typeface="Calibri"/>
                <a:ea typeface="Calibri"/>
                <a:cs typeface="Calibri"/>
                <a:sym typeface="Calibri"/>
              </a:defRPr>
            </a:lvl6pPr>
            <a:lvl7pPr marL="0" lvl="6" indent="0" algn="r">
              <a:spcBef>
                <a:spcPts val="0"/>
              </a:spcBef>
              <a:buNone/>
              <a:defRPr sz="1600" b="1">
                <a:solidFill>
                  <a:schemeClr val="dk1"/>
                </a:solidFill>
                <a:latin typeface="Calibri"/>
                <a:ea typeface="Calibri"/>
                <a:cs typeface="Calibri"/>
                <a:sym typeface="Calibri"/>
              </a:defRPr>
            </a:lvl7pPr>
            <a:lvl8pPr marL="0" lvl="7" indent="0" algn="r">
              <a:spcBef>
                <a:spcPts val="0"/>
              </a:spcBef>
              <a:buNone/>
              <a:defRPr sz="1600" b="1">
                <a:solidFill>
                  <a:schemeClr val="dk1"/>
                </a:solidFill>
                <a:latin typeface="Calibri"/>
                <a:ea typeface="Calibri"/>
                <a:cs typeface="Calibri"/>
                <a:sym typeface="Calibri"/>
              </a:defRPr>
            </a:lvl8pPr>
            <a:lvl9pPr marL="0" lvl="8" indent="0" algn="r">
              <a:spcBef>
                <a:spcPts val="0"/>
              </a:spcBef>
              <a:buNone/>
              <a:defRPr sz="1600" b="1">
                <a:solidFill>
                  <a:schemeClr val="dk1"/>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595959"/>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595959"/>
              </a:solidFill>
              <a:effectLst/>
              <a:uLnTx/>
              <a:uFillTx/>
              <a:latin typeface="Calibri"/>
              <a:cs typeface="Calibri"/>
              <a:sym typeface="Calibri"/>
            </a:endParaRPr>
          </a:p>
        </p:txBody>
      </p:sp>
      <p:sp>
        <p:nvSpPr>
          <p:cNvPr id="124" name="Google Shape;124;p24"/>
          <p:cNvSpPr txBox="1">
            <a:spLocks noGrp="1"/>
          </p:cNvSpPr>
          <p:nvPr>
            <p:ph type="title"/>
          </p:nvPr>
        </p:nvSpPr>
        <p:spPr>
          <a:xfrm>
            <a:off x="6231333" y="2456476"/>
            <a:ext cx="4624582" cy="1346764"/>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accent2"/>
              </a:buClr>
              <a:buSzPts val="28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5" name="Google Shape;125;p24"/>
          <p:cNvSpPr txBox="1">
            <a:spLocks noGrp="1"/>
          </p:cNvSpPr>
          <p:nvPr>
            <p:ph type="body" idx="1"/>
          </p:nvPr>
        </p:nvSpPr>
        <p:spPr>
          <a:xfrm>
            <a:off x="6231333" y="4092463"/>
            <a:ext cx="4624582" cy="87777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dk2"/>
              </a:buClr>
              <a:buSzPts val="2000"/>
              <a:buNone/>
              <a:defRPr sz="2000">
                <a:solidFill>
                  <a:schemeClr val="dk2"/>
                </a:solidFill>
              </a:defRPr>
            </a:lvl1pPr>
            <a:lvl2pPr marL="914400" lvl="1" indent="-228600" algn="l">
              <a:lnSpc>
                <a:spcPct val="90000"/>
              </a:lnSpc>
              <a:spcBef>
                <a:spcPts val="400"/>
              </a:spcBef>
              <a:spcAft>
                <a:spcPts val="0"/>
              </a:spcAft>
              <a:buClr>
                <a:schemeClr val="dk2"/>
              </a:buClr>
              <a:buSzPts val="1800"/>
              <a:buNone/>
              <a:defRPr>
                <a:solidFill>
                  <a:schemeClr val="dk2"/>
                </a:solidFill>
              </a:defRPr>
            </a:lvl2pPr>
            <a:lvl3pPr marL="1371600" lvl="2" indent="-342900" algn="l">
              <a:lnSpc>
                <a:spcPct val="90000"/>
              </a:lnSpc>
              <a:spcBef>
                <a:spcPts val="400"/>
              </a:spcBef>
              <a:spcAft>
                <a:spcPts val="0"/>
              </a:spcAft>
              <a:buSzPts val="1800"/>
              <a:buChar char="•"/>
              <a:defRPr>
                <a:solidFill>
                  <a:srgbClr val="FF0000"/>
                </a:solidFill>
              </a:defRPr>
            </a:lvl3pPr>
            <a:lvl4pPr marL="1828800" lvl="3" indent="-330200" algn="l">
              <a:lnSpc>
                <a:spcPct val="90000"/>
              </a:lnSpc>
              <a:spcBef>
                <a:spcPts val="400"/>
              </a:spcBef>
              <a:spcAft>
                <a:spcPts val="0"/>
              </a:spcAft>
              <a:buSzPts val="1600"/>
              <a:buChar char="•"/>
              <a:defRPr>
                <a:solidFill>
                  <a:srgbClr val="FF0000"/>
                </a:solidFill>
              </a:defRPr>
            </a:lvl4pPr>
            <a:lvl5pPr marL="2286000" lvl="4" indent="-228600" algn="l">
              <a:lnSpc>
                <a:spcPct val="90000"/>
              </a:lnSpc>
              <a:spcBef>
                <a:spcPts val="800"/>
              </a:spcBef>
              <a:spcAft>
                <a:spcPts val="0"/>
              </a:spcAft>
              <a:buClr>
                <a:srgbClr val="FF0000"/>
              </a:buClr>
              <a:buSzPts val="2000"/>
              <a:buNone/>
              <a:defRPr>
                <a:solidFill>
                  <a:srgbClr val="FF0000"/>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26" name="Google Shape;126;p24"/>
          <p:cNvGrpSpPr/>
          <p:nvPr/>
        </p:nvGrpSpPr>
        <p:grpSpPr>
          <a:xfrm>
            <a:off x="6231333" y="1276557"/>
            <a:ext cx="2026702" cy="813600"/>
            <a:chOff x="1899" y="899"/>
            <a:chExt cx="4165" cy="1672"/>
          </a:xfrm>
        </p:grpSpPr>
        <p:sp>
          <p:nvSpPr>
            <p:cNvPr id="127" name="Google Shape;127;p24"/>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8" name="Google Shape;128;p24"/>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9" name="Google Shape;129;p24"/>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0" name="Google Shape;130;p24"/>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1" name="Google Shape;131;p24"/>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2" name="Google Shape;132;p24"/>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3" name="Google Shape;133;p24"/>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4" name="Google Shape;134;p24"/>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5" name="Google Shape;135;p24"/>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6" name="Google Shape;136;p24"/>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7" name="Google Shape;137;p24"/>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8" name="Google Shape;138;p24"/>
            <p:cNvSpPr/>
            <p:nvPr/>
          </p:nvSpPr>
          <p:spPr>
            <a:xfrm>
              <a:off x="2762" y="2203"/>
              <a:ext cx="28"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9" name="Google Shape;139;p24"/>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0" name="Google Shape;140;p24"/>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1" name="Google Shape;141;p24"/>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2" name="Google Shape;142;p24"/>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3" name="Google Shape;143;p24"/>
            <p:cNvSpPr/>
            <p:nvPr/>
          </p:nvSpPr>
          <p:spPr>
            <a:xfrm>
              <a:off x="3203" y="2203"/>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4" name="Google Shape;144;p24"/>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5" name="Google Shape;145;p24"/>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6" name="Google Shape;146;p24"/>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7" name="Google Shape;147;p24"/>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8" name="Google Shape;148;p24"/>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9" name="Google Shape;149;p24"/>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0" name="Google Shape;150;p24"/>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1" name="Google Shape;151;p24"/>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2" name="Google Shape;152;p24"/>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3" name="Google Shape;153;p24"/>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4" name="Google Shape;154;p24"/>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5" name="Google Shape;155;p24"/>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6" name="Google Shape;156;p24"/>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7" name="Google Shape;157;p24"/>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8" name="Google Shape;158;p24"/>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9" name="Google Shape;159;p24"/>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0" name="Google Shape;160;p24"/>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1" name="Google Shape;161;p24"/>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2" name="Google Shape;162;p24"/>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3" name="Google Shape;163;p24"/>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4" name="Google Shape;164;p24"/>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5" name="Google Shape;165;p24"/>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6" name="Google Shape;166;p24"/>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7" name="Google Shape;167;p24"/>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8" name="Google Shape;168;p24"/>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9" name="Google Shape;169;p24"/>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0" name="Google Shape;170;p24"/>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1" name="Google Shape;171;p24"/>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2" name="Google Shape;172;p24"/>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3" name="Google Shape;173;p24"/>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4" name="Google Shape;174;p24"/>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5" name="Google Shape;175;p24"/>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6" name="Google Shape;176;p24"/>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7" name="Google Shape;177;p24"/>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8" name="Google Shape;178;p24"/>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9" name="Google Shape;179;p24"/>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0" name="Google Shape;180;p24"/>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1" name="Google Shape;181;p24"/>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2" name="Google Shape;182;p24"/>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3" name="Google Shape;183;p24"/>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4" name="Google Shape;184;p24"/>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5" name="Google Shape;185;p24"/>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6" name="Google Shape;186;p24"/>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7" name="Google Shape;187;p24"/>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8" name="Google Shape;188;p24"/>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9" name="Google Shape;189;p24"/>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0" name="Google Shape;190;p24"/>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1" name="Google Shape;191;p24"/>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2" name="Google Shape;192;p24"/>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3" name="Google Shape;193;p24"/>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4" name="Google Shape;194;p24"/>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5" name="Google Shape;195;p24"/>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6" name="Google Shape;196;p24"/>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7" name="Google Shape;197;p24"/>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8" name="Google Shape;198;p24"/>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9" name="Google Shape;199;p24"/>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0" name="Google Shape;200;p24"/>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1" name="Google Shape;201;p24"/>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2" name="Google Shape;202;p24"/>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3" name="Google Shape;203;p24"/>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4" name="Google Shape;204;p24"/>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5" name="Google Shape;205;p24"/>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6" name="Google Shape;206;p24"/>
            <p:cNvSpPr/>
            <p:nvPr/>
          </p:nvSpPr>
          <p:spPr>
            <a:xfrm>
              <a:off x="4838" y="2425"/>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7" name="Google Shape;207;p24"/>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8" name="Google Shape;208;p24"/>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9" name="Google Shape;209;p24"/>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0" name="Google Shape;210;p24"/>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1" name="Google Shape;211;p24"/>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2" name="Google Shape;212;p24"/>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3" name="Google Shape;213;p24"/>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4" name="Google Shape;214;p24"/>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5" name="Google Shape;215;p24"/>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6" name="Google Shape;216;p24"/>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7" name="Google Shape;217;p24"/>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8" name="Google Shape;218;p24"/>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9" name="Google Shape;219;p24"/>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220" name="Google Shape;220;p24"/>
            <p:cNvCxnSpPr/>
            <p:nvPr/>
          </p:nvCxnSpPr>
          <p:spPr>
            <a:xfrm>
              <a:off x="3964" y="2205"/>
              <a:ext cx="0" cy="366"/>
            </a:xfrm>
            <a:prstGeom prst="straightConnector1">
              <a:avLst/>
            </a:prstGeom>
            <a:noFill/>
            <a:ln w="14275" cap="flat" cmpd="sng">
              <a:solidFill>
                <a:srgbClr val="20406F"/>
              </a:solidFill>
              <a:prstDash val="solid"/>
              <a:miter lim="800000"/>
              <a:headEnd type="none" w="med" len="med"/>
              <a:tailEnd type="none" w="med" len="med"/>
            </a:ln>
          </p:spPr>
        </p:cxnSp>
      </p:grpSp>
    </p:spTree>
    <p:extLst>
      <p:ext uri="{BB962C8B-B14F-4D97-AF65-F5344CB8AC3E}">
        <p14:creationId xmlns:p14="http://schemas.microsoft.com/office/powerpoint/2010/main" val="3428952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extLst mod="1">
    <p:ext uri="{DCECCB84-F9BA-43D5-87BE-67443E8EF086}">
      <p15:sldGuideLst xmlns:p15="http://schemas.microsoft.com/office/powerpoint/2012/main">
        <p15:guide id="1" orient="horz" pos="2160">
          <p15:clr>
            <a:srgbClr val="FBAE40"/>
          </p15:clr>
        </p15:guide>
        <p15:guide id="2" pos="68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bg>
      <p:bgPr>
        <a:solidFill>
          <a:schemeClr val="lt1"/>
        </a:solidFill>
        <a:effectLst/>
      </p:bgPr>
    </p:bg>
    <p:spTree>
      <p:nvGrpSpPr>
        <p:cNvPr id="1" name="Shape 329"/>
        <p:cNvGrpSpPr/>
        <p:nvPr/>
      </p:nvGrpSpPr>
      <p:grpSpPr>
        <a:xfrm>
          <a:off x="0" y="0"/>
          <a:ext cx="0" cy="0"/>
          <a:chOff x="0" y="0"/>
          <a:chExt cx="0" cy="0"/>
        </a:xfrm>
      </p:grpSpPr>
      <p:sp>
        <p:nvSpPr>
          <p:cNvPr id="330" name="Google Shape;330;p26"/>
          <p:cNvSpPr/>
          <p:nvPr/>
        </p:nvSpPr>
        <p:spPr>
          <a:xfrm>
            <a:off x="0" y="0"/>
            <a:ext cx="12204703"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331" name="Google Shape;331;p26"/>
          <p:cNvSpPr txBox="1">
            <a:spLocks noGrp="1"/>
          </p:cNvSpPr>
          <p:nvPr>
            <p:ph type="title"/>
          </p:nvPr>
        </p:nvSpPr>
        <p:spPr>
          <a:xfrm>
            <a:off x="514800" y="897616"/>
            <a:ext cx="5256581" cy="793072"/>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accent2"/>
              </a:buClr>
              <a:buSzPts val="28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2" name="Google Shape;332;p26"/>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728C6428-61B2-4A41-8897-CB482F4C2D03}"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333" name="Google Shape;333;p26"/>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334" name="Google Shape;334;p26"/>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sp>
        <p:nvSpPr>
          <p:cNvPr id="335" name="Google Shape;335;p26"/>
          <p:cNvSpPr txBox="1">
            <a:spLocks noGrp="1"/>
          </p:cNvSpPr>
          <p:nvPr>
            <p:ph type="body" idx="1"/>
          </p:nvPr>
        </p:nvSpPr>
        <p:spPr>
          <a:xfrm>
            <a:off x="514799" y="2263939"/>
            <a:ext cx="10010326" cy="369644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dk2"/>
              </a:buClr>
              <a:buSzPts val="2000"/>
              <a:buNone/>
              <a:defRPr>
                <a:solidFill>
                  <a:schemeClr val="dk2"/>
                </a:solidFill>
              </a:defRPr>
            </a:lvl1pPr>
            <a:lvl2pPr marL="914400" lvl="1" indent="-228600" algn="l">
              <a:lnSpc>
                <a:spcPct val="90000"/>
              </a:lnSpc>
              <a:spcBef>
                <a:spcPts val="400"/>
              </a:spcBef>
              <a:spcAft>
                <a:spcPts val="0"/>
              </a:spcAft>
              <a:buClr>
                <a:schemeClr val="dk2"/>
              </a:buClr>
              <a:buSzPts val="1800"/>
              <a:buNone/>
              <a:defRPr>
                <a:solidFill>
                  <a:schemeClr val="dk2"/>
                </a:solidFill>
              </a:defRPr>
            </a:lvl2pPr>
            <a:lvl3pPr marL="1371600" lvl="2" indent="-342900" algn="l">
              <a:lnSpc>
                <a:spcPct val="90000"/>
              </a:lnSpc>
              <a:spcBef>
                <a:spcPts val="400"/>
              </a:spcBef>
              <a:spcAft>
                <a:spcPts val="0"/>
              </a:spcAft>
              <a:buClr>
                <a:schemeClr val="accent2"/>
              </a:buClr>
              <a:buSzPts val="1800"/>
              <a:buChar char="•"/>
              <a:defRPr>
                <a:solidFill>
                  <a:schemeClr val="dk2"/>
                </a:solidFill>
              </a:defRPr>
            </a:lvl3pPr>
            <a:lvl4pPr marL="1828800" lvl="3" indent="-330200" algn="l">
              <a:lnSpc>
                <a:spcPct val="90000"/>
              </a:lnSpc>
              <a:spcBef>
                <a:spcPts val="400"/>
              </a:spcBef>
              <a:spcAft>
                <a:spcPts val="0"/>
              </a:spcAft>
              <a:buClr>
                <a:schemeClr val="accent2"/>
              </a:buClr>
              <a:buSzPts val="1600"/>
              <a:buChar char="•"/>
              <a:defRPr>
                <a:solidFill>
                  <a:schemeClr val="dk2"/>
                </a:solidFill>
              </a:defRPr>
            </a:lvl4pPr>
            <a:lvl5pPr marL="2286000" lvl="4" indent="-228600" algn="l">
              <a:lnSpc>
                <a:spcPct val="90000"/>
              </a:lnSpc>
              <a:spcBef>
                <a:spcPts val="800"/>
              </a:spcBef>
              <a:spcAft>
                <a:spcPts val="0"/>
              </a:spcAft>
              <a:buClr>
                <a:schemeClr val="dk2"/>
              </a:buClr>
              <a:buSzPts val="2000"/>
              <a:buNone/>
              <a:defRPr>
                <a:solidFill>
                  <a:schemeClr val="dk2"/>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336" name="Google Shape;336;p26"/>
          <p:cNvGrpSpPr/>
          <p:nvPr/>
        </p:nvGrpSpPr>
        <p:grpSpPr>
          <a:xfrm>
            <a:off x="-2040904" y="3988723"/>
            <a:ext cx="1872208" cy="2902681"/>
            <a:chOff x="6195941" y="562596"/>
            <a:chExt cx="1872208" cy="2902681"/>
          </a:xfrm>
        </p:grpSpPr>
        <p:grpSp>
          <p:nvGrpSpPr>
            <p:cNvPr id="337" name="Google Shape;337;p26"/>
            <p:cNvGrpSpPr/>
            <p:nvPr/>
          </p:nvGrpSpPr>
          <p:grpSpPr>
            <a:xfrm>
              <a:off x="6195941" y="832626"/>
              <a:ext cx="1872208" cy="2632651"/>
              <a:chOff x="-1872716" y="660661"/>
              <a:chExt cx="1872208" cy="1974490"/>
            </a:xfrm>
          </p:grpSpPr>
          <p:sp>
            <p:nvSpPr>
              <p:cNvPr id="338" name="Google Shape;338;p26"/>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339" name="Google Shape;339;p26" descr="icon_information-white.pn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340" name="Google Shape;340;p26"/>
            <p:cNvGrpSpPr/>
            <p:nvPr/>
          </p:nvGrpSpPr>
          <p:grpSpPr>
            <a:xfrm>
              <a:off x="6303954" y="562596"/>
              <a:ext cx="540060" cy="540060"/>
              <a:chOff x="6303954" y="562596"/>
              <a:chExt cx="540060" cy="540060"/>
            </a:xfrm>
          </p:grpSpPr>
          <p:sp>
            <p:nvSpPr>
              <p:cNvPr id="341" name="Google Shape;341;p26"/>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342" name="Google Shape;342;p26" descr="increase_indent.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343" name="Google Shape;343;p26"/>
          <p:cNvSpPr/>
          <p:nvPr/>
        </p:nvSpPr>
        <p:spPr>
          <a:xfrm>
            <a:off x="3019072" y="1772952"/>
            <a:ext cx="12448513" cy="8717582"/>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rgbClr val="AEABAB">
              <a:alpha val="9803"/>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nvGrpSpPr>
          <p:cNvPr id="344" name="Google Shape;344;p26"/>
          <p:cNvGrpSpPr/>
          <p:nvPr/>
        </p:nvGrpSpPr>
        <p:grpSpPr>
          <a:xfrm>
            <a:off x="10555200" y="295200"/>
            <a:ext cx="1192705" cy="478800"/>
            <a:chOff x="1899" y="899"/>
            <a:chExt cx="4165" cy="1672"/>
          </a:xfrm>
        </p:grpSpPr>
        <p:sp>
          <p:nvSpPr>
            <p:cNvPr id="345" name="Google Shape;345;p26"/>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46" name="Google Shape;346;p26"/>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47" name="Google Shape;347;p26"/>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48" name="Google Shape;348;p26"/>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49" name="Google Shape;349;p26"/>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50" name="Google Shape;350;p26"/>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51" name="Google Shape;351;p26"/>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52" name="Google Shape;352;p26"/>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53" name="Google Shape;353;p26"/>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54" name="Google Shape;354;p26"/>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55" name="Google Shape;355;p26"/>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56" name="Google Shape;356;p26"/>
            <p:cNvSpPr/>
            <p:nvPr/>
          </p:nvSpPr>
          <p:spPr>
            <a:xfrm>
              <a:off x="2762" y="2203"/>
              <a:ext cx="28"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57" name="Google Shape;357;p26"/>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58" name="Google Shape;358;p26"/>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59" name="Google Shape;359;p26"/>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60" name="Google Shape;360;p26"/>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61" name="Google Shape;361;p26"/>
            <p:cNvSpPr/>
            <p:nvPr/>
          </p:nvSpPr>
          <p:spPr>
            <a:xfrm>
              <a:off x="3203" y="2203"/>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62" name="Google Shape;362;p26"/>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63" name="Google Shape;363;p26"/>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64" name="Google Shape;364;p26"/>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65" name="Google Shape;365;p26"/>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66" name="Google Shape;366;p26"/>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67" name="Google Shape;367;p26"/>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68" name="Google Shape;368;p26"/>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69" name="Google Shape;369;p26"/>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70" name="Google Shape;370;p26"/>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71" name="Google Shape;371;p26"/>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72" name="Google Shape;372;p26"/>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73" name="Google Shape;373;p26"/>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74" name="Google Shape;374;p26"/>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75" name="Google Shape;375;p26"/>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76" name="Google Shape;376;p26"/>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77" name="Google Shape;377;p26"/>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78" name="Google Shape;378;p26"/>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79" name="Google Shape;379;p26"/>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80" name="Google Shape;380;p26"/>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81" name="Google Shape;381;p26"/>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82" name="Google Shape;382;p26"/>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83" name="Google Shape;383;p26"/>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84" name="Google Shape;384;p26"/>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85" name="Google Shape;385;p26"/>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86" name="Google Shape;386;p26"/>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87" name="Google Shape;387;p26"/>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88" name="Google Shape;388;p26"/>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89" name="Google Shape;389;p26"/>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90" name="Google Shape;390;p26"/>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91" name="Google Shape;391;p26"/>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92" name="Google Shape;392;p26"/>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93" name="Google Shape;393;p26"/>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94" name="Google Shape;394;p26"/>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95" name="Google Shape;395;p26"/>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96" name="Google Shape;396;p26"/>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97" name="Google Shape;397;p26"/>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98" name="Google Shape;398;p26"/>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399" name="Google Shape;399;p26"/>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00" name="Google Shape;400;p26"/>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01" name="Google Shape;401;p26"/>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02" name="Google Shape;402;p26"/>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03" name="Google Shape;403;p26"/>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04" name="Google Shape;404;p26"/>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05" name="Google Shape;405;p26"/>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06" name="Google Shape;406;p26"/>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07" name="Google Shape;407;p26"/>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08" name="Google Shape;408;p26"/>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09" name="Google Shape;409;p26"/>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10" name="Google Shape;410;p26"/>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11" name="Google Shape;411;p26"/>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12" name="Google Shape;412;p26"/>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13" name="Google Shape;413;p26"/>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14" name="Google Shape;414;p26"/>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15" name="Google Shape;415;p26"/>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16" name="Google Shape;416;p26"/>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17" name="Google Shape;417;p26"/>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18" name="Google Shape;418;p26"/>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19" name="Google Shape;419;p26"/>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20" name="Google Shape;420;p26"/>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21" name="Google Shape;421;p26"/>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22" name="Google Shape;422;p26"/>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23" name="Google Shape;423;p26"/>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24" name="Google Shape;424;p26"/>
            <p:cNvSpPr/>
            <p:nvPr/>
          </p:nvSpPr>
          <p:spPr>
            <a:xfrm>
              <a:off x="4838" y="2425"/>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25" name="Google Shape;425;p26"/>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26" name="Google Shape;426;p26"/>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27" name="Google Shape;427;p26"/>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28" name="Google Shape;428;p26"/>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29" name="Google Shape;429;p26"/>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30" name="Google Shape;430;p26"/>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31" name="Google Shape;431;p26"/>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32" name="Google Shape;432;p26"/>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33" name="Google Shape;433;p26"/>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34" name="Google Shape;434;p26"/>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35" name="Google Shape;435;p26"/>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36" name="Google Shape;436;p26"/>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37" name="Google Shape;437;p26"/>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438" name="Google Shape;438;p26"/>
            <p:cNvCxnSpPr/>
            <p:nvPr/>
          </p:nvCxnSpPr>
          <p:spPr>
            <a:xfrm>
              <a:off x="3964" y="2205"/>
              <a:ext cx="0" cy="366"/>
            </a:xfrm>
            <a:prstGeom prst="straightConnector1">
              <a:avLst/>
            </a:prstGeom>
            <a:noFill/>
            <a:ln w="14275" cap="flat" cmpd="sng">
              <a:solidFill>
                <a:srgbClr val="20406F"/>
              </a:solidFill>
              <a:prstDash val="solid"/>
              <a:miter lim="800000"/>
              <a:headEnd type="none" w="med" len="med"/>
              <a:tailEnd type="none" w="med" len="med"/>
            </a:ln>
          </p:spPr>
        </p:cxnSp>
      </p:grpSp>
    </p:spTree>
    <p:extLst>
      <p:ext uri="{BB962C8B-B14F-4D97-AF65-F5344CB8AC3E}">
        <p14:creationId xmlns:p14="http://schemas.microsoft.com/office/powerpoint/2010/main" val="1141223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extLst mod="1">
    <p:ext uri="{DCECCB84-F9BA-43D5-87BE-67443E8EF086}">
      <p15:sldGuideLst xmlns:p15="http://schemas.microsoft.com/office/powerpoint/2012/main">
        <p15:guide id="1" orient="horz" pos="2160">
          <p15:clr>
            <a:srgbClr val="FBAE40"/>
          </p15:clr>
        </p15:guide>
        <p15:guide id="2" pos="663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Front cover: Colour">
  <p:cSld name="Front cover: Colour">
    <p:bg>
      <p:bgPr>
        <a:solidFill>
          <a:schemeClr val="dk2"/>
        </a:solidFill>
        <a:effectLst/>
      </p:bgPr>
    </p:bg>
    <p:spTree>
      <p:nvGrpSpPr>
        <p:cNvPr id="1" name="Shape 449"/>
        <p:cNvGrpSpPr/>
        <p:nvPr/>
      </p:nvGrpSpPr>
      <p:grpSpPr>
        <a:xfrm>
          <a:off x="0" y="0"/>
          <a:ext cx="0" cy="0"/>
          <a:chOff x="0" y="0"/>
          <a:chExt cx="0" cy="0"/>
        </a:xfrm>
      </p:grpSpPr>
      <p:sp>
        <p:nvSpPr>
          <p:cNvPr id="450" name="Google Shape;450;p29"/>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1EA9D042-8B76-424C-9B6D-762220DCEABB}"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451" name="Google Shape;451;p29"/>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452" name="Google Shape;452;p29"/>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grpSp>
        <p:nvGrpSpPr>
          <p:cNvPr id="453" name="Google Shape;453;p29"/>
          <p:cNvGrpSpPr/>
          <p:nvPr/>
        </p:nvGrpSpPr>
        <p:grpSpPr>
          <a:xfrm>
            <a:off x="6961787" y="1092812"/>
            <a:ext cx="2484415" cy="997345"/>
            <a:chOff x="1899" y="899"/>
            <a:chExt cx="4165" cy="1672"/>
          </a:xfrm>
        </p:grpSpPr>
        <p:sp>
          <p:nvSpPr>
            <p:cNvPr id="454" name="Google Shape;454;p29"/>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55" name="Google Shape;455;p29"/>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56" name="Google Shape;456;p29"/>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57" name="Google Shape;457;p29"/>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58" name="Google Shape;458;p29"/>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59" name="Google Shape;459;p29"/>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60" name="Google Shape;460;p29"/>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61" name="Google Shape;461;p29"/>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62" name="Google Shape;462;p29"/>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63" name="Google Shape;463;p29"/>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64" name="Google Shape;464;p29"/>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65" name="Google Shape;465;p29"/>
            <p:cNvSpPr/>
            <p:nvPr/>
          </p:nvSpPr>
          <p:spPr>
            <a:xfrm>
              <a:off x="2762" y="2203"/>
              <a:ext cx="28"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66" name="Google Shape;466;p29"/>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67" name="Google Shape;467;p29"/>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68" name="Google Shape;468;p29"/>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69" name="Google Shape;469;p29"/>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70" name="Google Shape;470;p29"/>
            <p:cNvSpPr/>
            <p:nvPr/>
          </p:nvSpPr>
          <p:spPr>
            <a:xfrm>
              <a:off x="3203" y="2203"/>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71" name="Google Shape;471;p29"/>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72" name="Google Shape;472;p29"/>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73" name="Google Shape;473;p29"/>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74" name="Google Shape;474;p29"/>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75" name="Google Shape;475;p29"/>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76" name="Google Shape;476;p29"/>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77" name="Google Shape;477;p29"/>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78" name="Google Shape;478;p29"/>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79" name="Google Shape;479;p29"/>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80" name="Google Shape;480;p29"/>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81" name="Google Shape;481;p29"/>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82" name="Google Shape;482;p29"/>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83" name="Google Shape;483;p29"/>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84" name="Google Shape;484;p29"/>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85" name="Google Shape;485;p29"/>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86" name="Google Shape;486;p29"/>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87" name="Google Shape;487;p29"/>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88" name="Google Shape;488;p29"/>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89" name="Google Shape;489;p29"/>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90" name="Google Shape;490;p29"/>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91" name="Google Shape;491;p29"/>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92" name="Google Shape;492;p29"/>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93" name="Google Shape;493;p29"/>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94" name="Google Shape;494;p29"/>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95" name="Google Shape;495;p29"/>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96" name="Google Shape;496;p29"/>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97" name="Google Shape;497;p29"/>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98" name="Google Shape;498;p29"/>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499" name="Google Shape;499;p29"/>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00" name="Google Shape;500;p29"/>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01" name="Google Shape;501;p29"/>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02" name="Google Shape;502;p29"/>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03" name="Google Shape;503;p29"/>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04" name="Google Shape;504;p29"/>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05" name="Google Shape;505;p29"/>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06" name="Google Shape;506;p29"/>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07" name="Google Shape;507;p29"/>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08" name="Google Shape;508;p29"/>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09" name="Google Shape;509;p29"/>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10" name="Google Shape;510;p29"/>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11" name="Google Shape;511;p29"/>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12" name="Google Shape;512;p29"/>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13" name="Google Shape;513;p29"/>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14" name="Google Shape;514;p29"/>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15" name="Google Shape;515;p29"/>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16" name="Google Shape;516;p29"/>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17" name="Google Shape;517;p29"/>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18" name="Google Shape;518;p29"/>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19" name="Google Shape;519;p29"/>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20" name="Google Shape;520;p29"/>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21" name="Google Shape;521;p29"/>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22" name="Google Shape;522;p29"/>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23" name="Google Shape;523;p29"/>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24" name="Google Shape;524;p29"/>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25" name="Google Shape;525;p29"/>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26" name="Google Shape;526;p29"/>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27" name="Google Shape;527;p29"/>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28" name="Google Shape;528;p29"/>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29" name="Google Shape;529;p29"/>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30" name="Google Shape;530;p29"/>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31" name="Google Shape;531;p29"/>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32" name="Google Shape;532;p29"/>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33" name="Google Shape;533;p29"/>
            <p:cNvSpPr/>
            <p:nvPr/>
          </p:nvSpPr>
          <p:spPr>
            <a:xfrm>
              <a:off x="4838" y="2425"/>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34" name="Google Shape;534;p29"/>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35" name="Google Shape;535;p29"/>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36" name="Google Shape;536;p29"/>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37" name="Google Shape;537;p29"/>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38" name="Google Shape;538;p29"/>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39" name="Google Shape;539;p29"/>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40" name="Google Shape;540;p29"/>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41" name="Google Shape;541;p29"/>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42" name="Google Shape;542;p29"/>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43" name="Google Shape;543;p29"/>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44" name="Google Shape;544;p29"/>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45" name="Google Shape;545;p29"/>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46" name="Google Shape;546;p29"/>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547" name="Google Shape;547;p29"/>
            <p:cNvCxnSpPr/>
            <p:nvPr/>
          </p:nvCxnSpPr>
          <p:spPr>
            <a:xfrm>
              <a:off x="3964" y="2205"/>
              <a:ext cx="0" cy="366"/>
            </a:xfrm>
            <a:prstGeom prst="straightConnector1">
              <a:avLst/>
            </a:prstGeom>
            <a:solidFill>
              <a:schemeClr val="lt1"/>
            </a:solidFill>
            <a:ln w="14275" cap="flat" cmpd="sng">
              <a:solidFill>
                <a:schemeClr val="lt1"/>
              </a:solidFill>
              <a:prstDash val="solid"/>
              <a:miter lim="800000"/>
              <a:headEnd type="none" w="med" len="med"/>
              <a:tailEnd type="none" w="med" len="med"/>
            </a:ln>
          </p:spPr>
        </p:cxnSp>
      </p:grpSp>
      <p:sp>
        <p:nvSpPr>
          <p:cNvPr id="548" name="Google Shape;548;p29"/>
          <p:cNvSpPr txBox="1">
            <a:spLocks noGrp="1"/>
          </p:cNvSpPr>
          <p:nvPr>
            <p:ph type="title"/>
          </p:nvPr>
        </p:nvSpPr>
        <p:spPr>
          <a:xfrm>
            <a:off x="6961787" y="2456475"/>
            <a:ext cx="4624582" cy="1928219"/>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4000"/>
              <a:buFont typeface="Calibri"/>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9" name="Google Shape;549;p29"/>
          <p:cNvSpPr txBox="1">
            <a:spLocks noGrp="1"/>
          </p:cNvSpPr>
          <p:nvPr>
            <p:ph type="body" idx="1"/>
          </p:nvPr>
        </p:nvSpPr>
        <p:spPr>
          <a:xfrm>
            <a:off x="6961787" y="4720790"/>
            <a:ext cx="4624582" cy="703468"/>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lt1"/>
              </a:buClr>
              <a:buSzPts val="2000"/>
              <a:buNone/>
              <a:defRPr sz="2000">
                <a:solidFill>
                  <a:schemeClr val="lt1"/>
                </a:solidFill>
              </a:defRPr>
            </a:lvl1pPr>
            <a:lvl2pPr marL="914400" lvl="1" indent="-228600" algn="l">
              <a:lnSpc>
                <a:spcPct val="90000"/>
              </a:lnSpc>
              <a:spcBef>
                <a:spcPts val="400"/>
              </a:spcBef>
              <a:spcAft>
                <a:spcPts val="0"/>
              </a:spcAft>
              <a:buClr>
                <a:schemeClr val="lt1"/>
              </a:buClr>
              <a:buSzPts val="1800"/>
              <a:buNone/>
              <a:defRPr sz="1800">
                <a:solidFill>
                  <a:schemeClr val="lt1"/>
                </a:solidFill>
              </a:defRPr>
            </a:lvl2pPr>
            <a:lvl3pPr marL="1371600" lvl="2" indent="-342900" algn="l">
              <a:lnSpc>
                <a:spcPct val="90000"/>
              </a:lnSpc>
              <a:spcBef>
                <a:spcPts val="400"/>
              </a:spcBef>
              <a:spcAft>
                <a:spcPts val="0"/>
              </a:spcAft>
              <a:buSzPts val="1800"/>
              <a:buChar char="•"/>
              <a:defRPr>
                <a:solidFill>
                  <a:srgbClr val="FF0000"/>
                </a:solidFill>
              </a:defRPr>
            </a:lvl3pPr>
            <a:lvl4pPr marL="1828800" lvl="3" indent="-330200" algn="l">
              <a:lnSpc>
                <a:spcPct val="90000"/>
              </a:lnSpc>
              <a:spcBef>
                <a:spcPts val="400"/>
              </a:spcBef>
              <a:spcAft>
                <a:spcPts val="0"/>
              </a:spcAft>
              <a:buSzPts val="1600"/>
              <a:buChar char="•"/>
              <a:defRPr>
                <a:solidFill>
                  <a:srgbClr val="FF0000"/>
                </a:solidFill>
              </a:defRPr>
            </a:lvl4pPr>
            <a:lvl5pPr marL="2286000" lvl="4" indent="-228600" algn="l">
              <a:lnSpc>
                <a:spcPct val="90000"/>
              </a:lnSpc>
              <a:spcBef>
                <a:spcPts val="800"/>
              </a:spcBef>
              <a:spcAft>
                <a:spcPts val="0"/>
              </a:spcAft>
              <a:buClr>
                <a:srgbClr val="FF0000"/>
              </a:buClr>
              <a:buSzPts val="2000"/>
              <a:buNone/>
              <a:defRPr>
                <a:solidFill>
                  <a:srgbClr val="FF0000"/>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0" name="Google Shape;550;p29"/>
          <p:cNvSpPr/>
          <p:nvPr/>
        </p:nvSpPr>
        <p:spPr>
          <a:xfrm>
            <a:off x="-2330633" y="180542"/>
            <a:ext cx="8883034" cy="6220708"/>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nvGrpSpPr>
          <p:cNvPr id="551" name="Google Shape;551;p29"/>
          <p:cNvGrpSpPr/>
          <p:nvPr/>
        </p:nvGrpSpPr>
        <p:grpSpPr>
          <a:xfrm>
            <a:off x="-1932891" y="195833"/>
            <a:ext cx="1368152" cy="2725764"/>
            <a:chOff x="-1555624" y="1196393"/>
            <a:chExt cx="1368152" cy="2725764"/>
          </a:xfrm>
        </p:grpSpPr>
        <p:grpSp>
          <p:nvGrpSpPr>
            <p:cNvPr id="552" name="Google Shape;552;p29"/>
            <p:cNvGrpSpPr/>
            <p:nvPr/>
          </p:nvGrpSpPr>
          <p:grpSpPr>
            <a:xfrm>
              <a:off x="-1555624" y="1488707"/>
              <a:ext cx="1368152" cy="2433450"/>
              <a:chOff x="-1836712" y="3275837"/>
              <a:chExt cx="1368152" cy="2433450"/>
            </a:xfrm>
          </p:grpSpPr>
          <p:sp>
            <p:nvSpPr>
              <p:cNvPr id="553" name="Google Shape;553;p29"/>
              <p:cNvSpPr txBox="1"/>
              <p:nvPr/>
            </p:nvSpPr>
            <p:spPr>
              <a:xfrm>
                <a:off x="-1836712" y="3677962"/>
                <a:ext cx="1368152" cy="203132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change the background colour.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&gt;Right Click over slide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&gt;format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&gt;Solid 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&gt;Colour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&gt;choose a colour from the top line of the colour palette. Avoid setting the background colour the same as your font colour.</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54" name="Google Shape;554;p29" descr="icon_information-white.pn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28699" y="3275837"/>
                <a:ext cx="121592" cy="320113"/>
              </a:xfrm>
              <a:prstGeom prst="rect">
                <a:avLst/>
              </a:prstGeom>
              <a:noFill/>
              <a:ln>
                <a:noFill/>
              </a:ln>
            </p:spPr>
          </p:pic>
        </p:grpSp>
        <p:pic>
          <p:nvPicPr>
            <p:cNvPr id="555" name="Google Shape;555;p29" descr="fill.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368152" y="1304800"/>
              <a:ext cx="324000" cy="324000"/>
            </a:xfrm>
            <a:prstGeom prst="rect">
              <a:avLst/>
            </a:prstGeom>
            <a:noFill/>
            <a:ln>
              <a:noFill/>
            </a:ln>
          </p:spPr>
        </p:pic>
        <p:sp>
          <p:nvSpPr>
            <p:cNvPr id="556" name="Google Shape;556;p29"/>
            <p:cNvSpPr/>
            <p:nvPr/>
          </p:nvSpPr>
          <p:spPr>
            <a:xfrm>
              <a:off x="-1473415" y="1196393"/>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pic>
        <p:nvPicPr>
          <p:cNvPr id="557" name="Google Shape;557;p29"/>
          <p:cNvPicPr preferRelativeResize="0"/>
          <p:nvPr/>
        </p:nvPicPr>
        <p:blipFill rotWithShape="1">
          <a:blip r:embed="rId4" cstate="print">
            <a:alphaModFix/>
            <a:extLst>
              <a:ext uri="{28A0092B-C50C-407E-A947-70E740481C1C}">
                <a14:useLocalDpi xmlns:a14="http://schemas.microsoft.com/office/drawing/2010/main"/>
              </a:ext>
            </a:extLst>
          </a:blip>
          <a:srcRect/>
          <a:stretch/>
        </p:blipFill>
        <p:spPr>
          <a:xfrm>
            <a:off x="9894956" y="1260131"/>
            <a:ext cx="1713706" cy="692705"/>
          </a:xfrm>
          <a:prstGeom prst="rect">
            <a:avLst/>
          </a:prstGeom>
          <a:noFill/>
          <a:ln>
            <a:noFill/>
          </a:ln>
        </p:spPr>
      </p:pic>
    </p:spTree>
    <p:extLst>
      <p:ext uri="{BB962C8B-B14F-4D97-AF65-F5344CB8AC3E}">
        <p14:creationId xmlns:p14="http://schemas.microsoft.com/office/powerpoint/2010/main" val="667067127"/>
      </p:ext>
    </p:extLst>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50"/>
                                        </p:tgtEl>
                                        <p:attrNameLst>
                                          <p:attrName>style.visibility</p:attrName>
                                        </p:attrNameLst>
                                      </p:cBhvr>
                                      <p:to>
                                        <p:strVal val="visible"/>
                                      </p:to>
                                    </p:set>
                                    <p:animEffect transition="in" filter="fade">
                                      <p:cBhvr>
                                        <p:cTn id="7" dur="500"/>
                                        <p:tgtEl>
                                          <p:spTgt spid="55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453"/>
                                        </p:tgtEl>
                                        <p:attrNameLst>
                                          <p:attrName>style.visibility</p:attrName>
                                        </p:attrNameLst>
                                      </p:cBhvr>
                                      <p:to>
                                        <p:strVal val="visible"/>
                                      </p:to>
                                    </p:set>
                                    <p:animEffect transition="in" filter="fade">
                                      <p:cBhvr>
                                        <p:cTn id="11" dur="500"/>
                                        <p:tgtEl>
                                          <p:spTgt spid="453"/>
                                        </p:tgtEl>
                                      </p:cBhvr>
                                    </p:animEffect>
                                  </p:childTnLst>
                                </p:cTn>
                              </p:par>
                              <p:par>
                                <p:cTn id="12" presetID="10" presetClass="entr" presetSubtype="0" fill="hold" nodeType="withEffect">
                                  <p:stCondLst>
                                    <p:cond delay="0"/>
                                  </p:stCondLst>
                                  <p:childTnLst>
                                    <p:set>
                                      <p:cBhvr>
                                        <p:cTn id="13" dur="1" fill="hold">
                                          <p:stCondLst>
                                            <p:cond delay="0"/>
                                          </p:stCondLst>
                                        </p:cTn>
                                        <p:tgtEl>
                                          <p:spTgt spid="548"/>
                                        </p:tgtEl>
                                        <p:attrNameLst>
                                          <p:attrName>style.visibility</p:attrName>
                                        </p:attrNameLst>
                                      </p:cBhvr>
                                      <p:to>
                                        <p:strVal val="visible"/>
                                      </p:to>
                                    </p:set>
                                    <p:animEffect transition="in" filter="fade">
                                      <p:cBhvr>
                                        <p:cTn id="14" dur="500"/>
                                        <p:tgtEl>
                                          <p:spTgt spid="548"/>
                                        </p:tgtEl>
                                      </p:cBhvr>
                                    </p:animEffect>
                                  </p:childTnLst>
                                </p:cTn>
                              </p:par>
                              <p:par>
                                <p:cTn id="15" presetID="10" presetClass="entr" presetSubtype="0" fill="hold" nodeType="withEffect">
                                  <p:stCondLst>
                                    <p:cond delay="0"/>
                                  </p:stCondLst>
                                  <p:childTnLst>
                                    <p:set>
                                      <p:cBhvr>
                                        <p:cTn id="16" dur="1" fill="hold">
                                          <p:stCondLst>
                                            <p:cond delay="0"/>
                                          </p:stCondLst>
                                        </p:cTn>
                                        <p:tgtEl>
                                          <p:spTgt spid="549">
                                            <p:txEl>
                                              <p:pRg st="0" end="0"/>
                                            </p:txEl>
                                          </p:spTgt>
                                        </p:tgtEl>
                                        <p:attrNameLst>
                                          <p:attrName>style.visibility</p:attrName>
                                        </p:attrNameLst>
                                      </p:cBhvr>
                                      <p:to>
                                        <p:strVal val="visible"/>
                                      </p:to>
                                    </p:set>
                                    <p:animEffect transition="in" filter="fade">
                                      <p:cBhvr>
                                        <p:cTn id="17" dur="500"/>
                                        <p:tgtEl>
                                          <p:spTgt spid="549">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549">
                                            <p:txEl>
                                              <p:charRg st="1" end="1"/>
                                            </p:txEl>
                                          </p:spTgt>
                                        </p:tgtEl>
                                        <p:attrNameLst>
                                          <p:attrName>style.visibility</p:attrName>
                                        </p:attrNameLst>
                                      </p:cBhvr>
                                      <p:to>
                                        <p:strVal val="visible"/>
                                      </p:to>
                                    </p:set>
                                    <p:animEffect transition="in" filter="fade">
                                      <p:cBhvr>
                                        <p:cTn id="20" dur="500"/>
                                        <p:tgtEl>
                                          <p:spTgt spid="549">
                                            <p:txEl>
                                              <p:char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549">
                                            <p:txEl>
                                              <p:charRg st="1" end="1"/>
                                            </p:txEl>
                                          </p:spTgt>
                                        </p:tgtEl>
                                        <p:attrNameLst>
                                          <p:attrName>style.visibility</p:attrName>
                                        </p:attrNameLst>
                                      </p:cBhvr>
                                      <p:to>
                                        <p:strVal val="visible"/>
                                      </p:to>
                                    </p:set>
                                    <p:animEffect transition="in" filter="fade">
                                      <p:cBhvr>
                                        <p:cTn id="23" dur="500"/>
                                        <p:tgtEl>
                                          <p:spTgt spid="549">
                                            <p:txEl>
                                              <p:charRg st="1" end="1"/>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49">
                                            <p:txEl>
                                              <p:charRg st="1" end="1"/>
                                            </p:txEl>
                                          </p:spTgt>
                                        </p:tgtEl>
                                        <p:attrNameLst>
                                          <p:attrName>style.visibility</p:attrName>
                                        </p:attrNameLst>
                                      </p:cBhvr>
                                      <p:to>
                                        <p:strVal val="visible"/>
                                      </p:to>
                                    </p:set>
                                    <p:animEffect transition="in" filter="fade">
                                      <p:cBhvr>
                                        <p:cTn id="26" dur="500"/>
                                        <p:tgtEl>
                                          <p:spTgt spid="549">
                                            <p:txEl>
                                              <p:charRg st="1" end="1"/>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549">
                                            <p:txEl>
                                              <p:charRg st="1" end="1"/>
                                            </p:txEl>
                                          </p:spTgt>
                                        </p:tgtEl>
                                        <p:attrNameLst>
                                          <p:attrName>style.visibility</p:attrName>
                                        </p:attrNameLst>
                                      </p:cBhvr>
                                      <p:to>
                                        <p:strVal val="visible"/>
                                      </p:to>
                                    </p:set>
                                    <p:animEffect transition="in" filter="fade">
                                      <p:cBhvr>
                                        <p:cTn id="29" dur="500"/>
                                        <p:tgtEl>
                                          <p:spTgt spid="549">
                                            <p:txEl>
                                              <p:charRg st="1" end="1"/>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49">
                                            <p:txEl>
                                              <p:charRg st="1" end="1"/>
                                            </p:txEl>
                                          </p:spTgt>
                                        </p:tgtEl>
                                        <p:attrNameLst>
                                          <p:attrName>style.visibility</p:attrName>
                                        </p:attrNameLst>
                                      </p:cBhvr>
                                      <p:to>
                                        <p:strVal val="visible"/>
                                      </p:to>
                                    </p:set>
                                    <p:animEffect transition="in" filter="fade">
                                      <p:cBhvr>
                                        <p:cTn id="32" dur="500"/>
                                        <p:tgtEl>
                                          <p:spTgt spid="549">
                                            <p:txEl>
                                              <p:charRg st="1" end="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549">
                                            <p:txEl>
                                              <p:charRg st="1" end="1"/>
                                            </p:txEl>
                                          </p:spTgt>
                                        </p:tgtEl>
                                        <p:attrNameLst>
                                          <p:attrName>style.visibility</p:attrName>
                                        </p:attrNameLst>
                                      </p:cBhvr>
                                      <p:to>
                                        <p:strVal val="visible"/>
                                      </p:to>
                                    </p:set>
                                    <p:animEffect transition="in" filter="fade">
                                      <p:cBhvr>
                                        <p:cTn id="35" dur="500"/>
                                        <p:tgtEl>
                                          <p:spTgt spid="549">
                                            <p:txEl>
                                              <p:charRg st="1" end="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549">
                                            <p:txEl>
                                              <p:charRg st="1" end="1"/>
                                            </p:txEl>
                                          </p:spTgt>
                                        </p:tgtEl>
                                        <p:attrNameLst>
                                          <p:attrName>style.visibility</p:attrName>
                                        </p:attrNameLst>
                                      </p:cBhvr>
                                      <p:to>
                                        <p:strVal val="visible"/>
                                      </p:to>
                                    </p:set>
                                    <p:animEffect transition="in" filter="fade">
                                      <p:cBhvr>
                                        <p:cTn id="38" dur="500"/>
                                        <p:tgtEl>
                                          <p:spTgt spid="549">
                                            <p:txEl>
                                              <p:charRg st="1" end="1"/>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549">
                                            <p:txEl>
                                              <p:charRg st="1" end="1"/>
                                            </p:txEl>
                                          </p:spTgt>
                                        </p:tgtEl>
                                        <p:attrNameLst>
                                          <p:attrName>style.visibility</p:attrName>
                                        </p:attrNameLst>
                                      </p:cBhvr>
                                      <p:to>
                                        <p:strVal val="visible"/>
                                      </p:to>
                                    </p:set>
                                    <p:animEffect transition="in" filter="fade">
                                      <p:cBhvr>
                                        <p:cTn id="41" dur="500"/>
                                        <p:tgtEl>
                                          <p:spTgt spid="549">
                                            <p:txEl>
                                              <p:charRg st="1" end="1"/>
                                            </p:txEl>
                                          </p:spTgt>
                                        </p:tgtEl>
                                      </p:cBhvr>
                                    </p:animEffect>
                                  </p:childTnLst>
                                </p:cTn>
                              </p:par>
                            </p:childTnLst>
                          </p:cTn>
                        </p:par>
                        <p:par>
                          <p:cTn id="42" fill="hold">
                            <p:stCondLst>
                              <p:cond delay="1000"/>
                            </p:stCondLst>
                            <p:childTnLst>
                              <p:par>
                                <p:cTn id="43" presetID="10" presetClass="entr" presetSubtype="0" fill="hold" nodeType="afterEffect">
                                  <p:stCondLst>
                                    <p:cond delay="0"/>
                                  </p:stCondLst>
                                  <p:childTnLst>
                                    <p:set>
                                      <p:cBhvr>
                                        <p:cTn id="44" dur="1" fill="hold">
                                          <p:stCondLst>
                                            <p:cond delay="0"/>
                                          </p:stCondLst>
                                        </p:cTn>
                                        <p:tgtEl>
                                          <p:spTgt spid="557"/>
                                        </p:tgtEl>
                                        <p:attrNameLst>
                                          <p:attrName>style.visibility</p:attrName>
                                        </p:attrNameLst>
                                      </p:cBhvr>
                                      <p:to>
                                        <p:strVal val="visible"/>
                                      </p:to>
                                    </p:set>
                                    <p:animEffect transition="in" filter="fade">
                                      <p:cBhvr>
                                        <p:cTn id="45" dur="1000"/>
                                        <p:tgtEl>
                                          <p:spTgt spid="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content and image">
  <p:cSld name="Title, content and image">
    <p:bg>
      <p:bgPr>
        <a:solidFill>
          <a:schemeClr val="dk2"/>
        </a:solidFill>
        <a:effectLst/>
      </p:bgPr>
    </p:bg>
    <p:spTree>
      <p:nvGrpSpPr>
        <p:cNvPr id="1" name="Shape 558"/>
        <p:cNvGrpSpPr/>
        <p:nvPr/>
      </p:nvGrpSpPr>
      <p:grpSpPr>
        <a:xfrm>
          <a:off x="0" y="0"/>
          <a:ext cx="0" cy="0"/>
          <a:chOff x="0" y="0"/>
          <a:chExt cx="0" cy="0"/>
        </a:xfrm>
      </p:grpSpPr>
      <p:sp>
        <p:nvSpPr>
          <p:cNvPr id="559" name="Google Shape;559;p30"/>
          <p:cNvSpPr txBox="1">
            <a:spLocks noGrp="1"/>
          </p:cNvSpPr>
          <p:nvPr>
            <p:ph type="title"/>
          </p:nvPr>
        </p:nvSpPr>
        <p:spPr>
          <a:xfrm>
            <a:off x="6456039" y="897616"/>
            <a:ext cx="5256581" cy="793072"/>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28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0" name="Google Shape;560;p30"/>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A21916B1-F470-47FA-BDCD-5C4A2F93D1A5}"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561" name="Google Shape;561;p30"/>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562" name="Google Shape;562;p30"/>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sp>
        <p:nvSpPr>
          <p:cNvPr id="563" name="Google Shape;563;p30"/>
          <p:cNvSpPr>
            <a:spLocks noGrp="1"/>
          </p:cNvSpPr>
          <p:nvPr>
            <p:ph type="pic" idx="2"/>
          </p:nvPr>
        </p:nvSpPr>
        <p:spPr>
          <a:xfrm>
            <a:off x="-9526" y="0"/>
            <a:ext cx="6105552" cy="6858000"/>
          </a:xfrm>
          <a:prstGeom prst="rect">
            <a:avLst/>
          </a:prstGeom>
          <a:noFill/>
          <a:ln>
            <a:noFill/>
          </a:ln>
        </p:spPr>
        <p:txBody>
          <a:bodyPr spcFirstLastPara="1" wrap="square" lIns="0" tIns="0" rIns="0" bIns="0" anchor="ctr" anchorCtr="0">
            <a:normAutofit/>
          </a:bodyPr>
          <a:lstStyle>
            <a:lvl1pPr marR="0" lvl="0" algn="ctr" rtl="0">
              <a:lnSpc>
                <a:spcPct val="90000"/>
              </a:lnSpc>
              <a:spcBef>
                <a:spcPts val="400"/>
              </a:spcBef>
              <a:spcAft>
                <a:spcPts val="0"/>
              </a:spcAft>
              <a:buClr>
                <a:schemeClr val="lt1"/>
              </a:buClr>
              <a:buSzPts val="1400"/>
              <a:buFont typeface="Arial"/>
              <a:buNone/>
              <a:defRPr sz="1400" b="0" i="0" u="none" strike="noStrike" cap="none">
                <a:solidFill>
                  <a:schemeClr val="lt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2"/>
              </a:buClr>
              <a:buSzPts val="1800"/>
              <a:buFont typeface="Arial"/>
              <a:buChar char="•"/>
              <a:defRPr sz="1800" b="1"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4pPr>
            <a:lvl5pPr marR="0" lvl="4" algn="l" rtl="0">
              <a:lnSpc>
                <a:spcPct val="90000"/>
              </a:lnSpc>
              <a:spcBef>
                <a:spcPts val="800"/>
              </a:spcBef>
              <a:spcAft>
                <a:spcPts val="0"/>
              </a:spcAft>
              <a:buClr>
                <a:schemeClr val="accent1"/>
              </a:buClr>
              <a:buSzPts val="2000"/>
              <a:buFont typeface="Arial"/>
              <a:buNone/>
              <a:defRPr sz="2000" b="1" i="0" u="none" strike="noStrike" cap="none">
                <a:solidFill>
                  <a:schemeClr val="accent1"/>
                </a:solidFill>
                <a:latin typeface="Calibri"/>
                <a:ea typeface="Calibri"/>
                <a:cs typeface="Calibri"/>
                <a:sym typeface="Calibri"/>
              </a:defRPr>
            </a:lvl5pPr>
            <a:lvl6pPr marR="0" lvl="5" algn="l" rtl="0">
              <a:lnSpc>
                <a:spcPct val="90000"/>
              </a:lnSpc>
              <a:spcBef>
                <a:spcPts val="500"/>
              </a:spcBef>
              <a:spcAft>
                <a:spcPts val="0"/>
              </a:spcAft>
              <a:buClr>
                <a:srgbClr val="FF0000"/>
              </a:buClr>
              <a:buSzPts val="1800"/>
              <a:buFont typeface="Arial"/>
              <a:buChar char="•"/>
              <a:defRPr sz="1800" b="0" i="0" u="none" strike="noStrike" cap="none">
                <a:solidFill>
                  <a:srgbClr val="FF0000"/>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64" name="Google Shape;564;p30"/>
          <p:cNvSpPr txBox="1">
            <a:spLocks noGrp="1"/>
          </p:cNvSpPr>
          <p:nvPr>
            <p:ph type="body" idx="1"/>
          </p:nvPr>
        </p:nvSpPr>
        <p:spPr>
          <a:xfrm>
            <a:off x="6455234" y="2263939"/>
            <a:ext cx="4471468" cy="369877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lt1"/>
              </a:buClr>
              <a:buSzPts val="2000"/>
              <a:buNone/>
              <a:defRPr>
                <a:solidFill>
                  <a:schemeClr val="lt1"/>
                </a:solidFill>
              </a:defRPr>
            </a:lvl1pPr>
            <a:lvl2pPr marL="914400" lvl="1" indent="-228600" algn="l">
              <a:lnSpc>
                <a:spcPct val="90000"/>
              </a:lnSpc>
              <a:spcBef>
                <a:spcPts val="400"/>
              </a:spcBef>
              <a:spcAft>
                <a:spcPts val="0"/>
              </a:spcAft>
              <a:buClr>
                <a:schemeClr val="lt1"/>
              </a:buClr>
              <a:buSzPts val="1800"/>
              <a:buNone/>
              <a:defRPr>
                <a:solidFill>
                  <a:schemeClr val="lt1"/>
                </a:solidFill>
              </a:defRPr>
            </a:lvl2pPr>
            <a:lvl3pPr marL="1371600" lvl="2" indent="-342900" algn="l">
              <a:lnSpc>
                <a:spcPct val="90000"/>
              </a:lnSpc>
              <a:spcBef>
                <a:spcPts val="400"/>
              </a:spcBef>
              <a:spcAft>
                <a:spcPts val="0"/>
              </a:spcAft>
              <a:buClr>
                <a:schemeClr val="lt1"/>
              </a:buClr>
              <a:buSzPts val="1800"/>
              <a:buChar char="•"/>
              <a:defRPr>
                <a:solidFill>
                  <a:schemeClr val="lt1"/>
                </a:solidFill>
              </a:defRPr>
            </a:lvl3pPr>
            <a:lvl4pPr marL="1828800" lvl="3" indent="-330200" algn="l">
              <a:lnSpc>
                <a:spcPct val="90000"/>
              </a:lnSpc>
              <a:spcBef>
                <a:spcPts val="400"/>
              </a:spcBef>
              <a:spcAft>
                <a:spcPts val="0"/>
              </a:spcAft>
              <a:buClr>
                <a:schemeClr val="lt1"/>
              </a:buClr>
              <a:buSzPts val="1600"/>
              <a:buChar char="•"/>
              <a:defRPr>
                <a:solidFill>
                  <a:schemeClr val="lt1"/>
                </a:solidFill>
              </a:defRPr>
            </a:lvl4pPr>
            <a:lvl5pPr marL="2286000" lvl="4" indent="-228600" algn="l">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565" name="Google Shape;565;p30"/>
          <p:cNvGrpSpPr/>
          <p:nvPr/>
        </p:nvGrpSpPr>
        <p:grpSpPr>
          <a:xfrm>
            <a:off x="-2040904" y="3988723"/>
            <a:ext cx="1872208" cy="2902681"/>
            <a:chOff x="6195941" y="562596"/>
            <a:chExt cx="1872208" cy="2902681"/>
          </a:xfrm>
        </p:grpSpPr>
        <p:grpSp>
          <p:nvGrpSpPr>
            <p:cNvPr id="566" name="Google Shape;566;p30"/>
            <p:cNvGrpSpPr/>
            <p:nvPr/>
          </p:nvGrpSpPr>
          <p:grpSpPr>
            <a:xfrm>
              <a:off x="6195941" y="832626"/>
              <a:ext cx="1872208" cy="2632651"/>
              <a:chOff x="-1872716" y="660661"/>
              <a:chExt cx="1872208" cy="1974490"/>
            </a:xfrm>
          </p:grpSpPr>
          <p:sp>
            <p:nvSpPr>
              <p:cNvPr id="567" name="Google Shape;567;p30"/>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568" name="Google Shape;568;p30" descr="icon_information-white.pn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569" name="Google Shape;569;p30"/>
            <p:cNvGrpSpPr/>
            <p:nvPr/>
          </p:nvGrpSpPr>
          <p:grpSpPr>
            <a:xfrm>
              <a:off x="6303954" y="562596"/>
              <a:ext cx="540060" cy="540060"/>
              <a:chOff x="6303954" y="562596"/>
              <a:chExt cx="540060" cy="540060"/>
            </a:xfrm>
          </p:grpSpPr>
          <p:sp>
            <p:nvSpPr>
              <p:cNvPr id="570" name="Google Shape;570;p30"/>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571" name="Google Shape;571;p30" descr="increase_indent.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grpSp>
        <p:nvGrpSpPr>
          <p:cNvPr id="572" name="Google Shape;572;p30"/>
          <p:cNvGrpSpPr/>
          <p:nvPr/>
        </p:nvGrpSpPr>
        <p:grpSpPr>
          <a:xfrm>
            <a:off x="-1932891" y="195833"/>
            <a:ext cx="1368152" cy="2725764"/>
            <a:chOff x="-1555624" y="1196393"/>
            <a:chExt cx="1368152" cy="2725764"/>
          </a:xfrm>
        </p:grpSpPr>
        <p:grpSp>
          <p:nvGrpSpPr>
            <p:cNvPr id="573" name="Google Shape;573;p30"/>
            <p:cNvGrpSpPr/>
            <p:nvPr/>
          </p:nvGrpSpPr>
          <p:grpSpPr>
            <a:xfrm>
              <a:off x="-1555624" y="1488707"/>
              <a:ext cx="1368152" cy="2433450"/>
              <a:chOff x="-1836712" y="3275837"/>
              <a:chExt cx="1368152" cy="2433450"/>
            </a:xfrm>
          </p:grpSpPr>
          <p:sp>
            <p:nvSpPr>
              <p:cNvPr id="574" name="Google Shape;574;p30"/>
              <p:cNvSpPr txBox="1"/>
              <p:nvPr/>
            </p:nvSpPr>
            <p:spPr>
              <a:xfrm>
                <a:off x="-1836712" y="3677962"/>
                <a:ext cx="1368152" cy="203132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change the background colour.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&gt;Right Click over slide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&gt;format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&gt;Solid 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&gt;Colour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&gt;choose a colour from the top line of the colour palette. Avoid setting the background colour the same as your font colour.</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575" name="Google Shape;575;p30" descr="icon_information-white.pn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28699" y="3275837"/>
                <a:ext cx="121592" cy="320113"/>
              </a:xfrm>
              <a:prstGeom prst="rect">
                <a:avLst/>
              </a:prstGeom>
              <a:noFill/>
              <a:ln>
                <a:noFill/>
              </a:ln>
            </p:spPr>
          </p:pic>
        </p:grpSp>
        <p:pic>
          <p:nvPicPr>
            <p:cNvPr id="576" name="Google Shape;576;p30" descr="fill.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368152" y="1304800"/>
              <a:ext cx="324000" cy="324000"/>
            </a:xfrm>
            <a:prstGeom prst="rect">
              <a:avLst/>
            </a:prstGeom>
            <a:noFill/>
            <a:ln>
              <a:noFill/>
            </a:ln>
          </p:spPr>
        </p:pic>
        <p:sp>
          <p:nvSpPr>
            <p:cNvPr id="577" name="Google Shape;577;p30"/>
            <p:cNvSpPr/>
            <p:nvPr/>
          </p:nvSpPr>
          <p:spPr>
            <a:xfrm>
              <a:off x="-1473415" y="1196393"/>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sp>
        <p:nvSpPr>
          <p:cNvPr id="578" name="Google Shape;578;p30"/>
          <p:cNvSpPr/>
          <p:nvPr/>
        </p:nvSpPr>
        <p:spPr>
          <a:xfrm>
            <a:off x="6170723" y="2356638"/>
            <a:ext cx="5827212" cy="4080744"/>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chemeClr val="lt1">
              <a:alpha val="9803"/>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nvGrpSpPr>
          <p:cNvPr id="579" name="Google Shape;579;p30"/>
          <p:cNvGrpSpPr/>
          <p:nvPr/>
        </p:nvGrpSpPr>
        <p:grpSpPr>
          <a:xfrm>
            <a:off x="10553375" y="296652"/>
            <a:ext cx="1195327" cy="479853"/>
            <a:chOff x="1899" y="899"/>
            <a:chExt cx="4165" cy="1672"/>
          </a:xfrm>
        </p:grpSpPr>
        <p:sp>
          <p:nvSpPr>
            <p:cNvPr id="580" name="Google Shape;580;p30"/>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81" name="Google Shape;581;p30"/>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82" name="Google Shape;582;p30"/>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83" name="Google Shape;583;p30"/>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84" name="Google Shape;584;p30"/>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85" name="Google Shape;585;p30"/>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86" name="Google Shape;586;p30"/>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87" name="Google Shape;587;p30"/>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88" name="Google Shape;588;p30"/>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89" name="Google Shape;589;p30"/>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90" name="Google Shape;590;p30"/>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91" name="Google Shape;591;p30"/>
            <p:cNvSpPr/>
            <p:nvPr/>
          </p:nvSpPr>
          <p:spPr>
            <a:xfrm>
              <a:off x="2762" y="2203"/>
              <a:ext cx="28"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92" name="Google Shape;592;p30"/>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93" name="Google Shape;593;p30"/>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94" name="Google Shape;594;p30"/>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95" name="Google Shape;595;p30"/>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96" name="Google Shape;596;p30"/>
            <p:cNvSpPr/>
            <p:nvPr/>
          </p:nvSpPr>
          <p:spPr>
            <a:xfrm>
              <a:off x="3203" y="2203"/>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97" name="Google Shape;597;p30"/>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98" name="Google Shape;598;p30"/>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599" name="Google Shape;599;p30"/>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00" name="Google Shape;600;p30"/>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01" name="Google Shape;601;p30"/>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02" name="Google Shape;602;p30"/>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03" name="Google Shape;603;p30"/>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04" name="Google Shape;604;p30"/>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05" name="Google Shape;605;p30"/>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06" name="Google Shape;606;p30"/>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07" name="Google Shape;607;p30"/>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08" name="Google Shape;608;p30"/>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09" name="Google Shape;609;p30"/>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10" name="Google Shape;610;p30"/>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11" name="Google Shape;611;p30"/>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12" name="Google Shape;612;p30"/>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13" name="Google Shape;613;p30"/>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14" name="Google Shape;614;p30"/>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15" name="Google Shape;615;p30"/>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16" name="Google Shape;616;p30"/>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17" name="Google Shape;617;p30"/>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18" name="Google Shape;618;p30"/>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19" name="Google Shape;619;p30"/>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20" name="Google Shape;620;p30"/>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21" name="Google Shape;621;p30"/>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22" name="Google Shape;622;p30"/>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23" name="Google Shape;623;p30"/>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24" name="Google Shape;624;p30"/>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25" name="Google Shape;625;p30"/>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26" name="Google Shape;626;p30"/>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27" name="Google Shape;627;p30"/>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28" name="Google Shape;628;p30"/>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29" name="Google Shape;629;p30"/>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30" name="Google Shape;630;p30"/>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31" name="Google Shape;631;p30"/>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32" name="Google Shape;632;p30"/>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33" name="Google Shape;633;p30"/>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34" name="Google Shape;634;p30"/>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35" name="Google Shape;635;p30"/>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36" name="Google Shape;636;p30"/>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37" name="Google Shape;637;p30"/>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38" name="Google Shape;638;p30"/>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39" name="Google Shape;639;p30"/>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40" name="Google Shape;640;p30"/>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41" name="Google Shape;641;p30"/>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42" name="Google Shape;642;p30"/>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43" name="Google Shape;643;p30"/>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44" name="Google Shape;644;p30"/>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45" name="Google Shape;645;p30"/>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46" name="Google Shape;646;p30"/>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47" name="Google Shape;647;p30"/>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48" name="Google Shape;648;p30"/>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49" name="Google Shape;649;p30"/>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50" name="Google Shape;650;p30"/>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51" name="Google Shape;651;p30"/>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52" name="Google Shape;652;p30"/>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53" name="Google Shape;653;p30"/>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54" name="Google Shape;654;p30"/>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55" name="Google Shape;655;p30"/>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56" name="Google Shape;656;p30"/>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57" name="Google Shape;657;p30"/>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58" name="Google Shape;658;p30"/>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59" name="Google Shape;659;p30"/>
            <p:cNvSpPr/>
            <p:nvPr/>
          </p:nvSpPr>
          <p:spPr>
            <a:xfrm>
              <a:off x="4838" y="2425"/>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60" name="Google Shape;660;p30"/>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61" name="Google Shape;661;p30"/>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62" name="Google Shape;662;p30"/>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63" name="Google Shape;663;p30"/>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64" name="Google Shape;664;p30"/>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65" name="Google Shape;665;p30"/>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66" name="Google Shape;666;p30"/>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67" name="Google Shape;667;p30"/>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68" name="Google Shape;668;p30"/>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69" name="Google Shape;669;p30"/>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70" name="Google Shape;670;p30"/>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71" name="Google Shape;671;p30"/>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72" name="Google Shape;672;p30"/>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673" name="Google Shape;673;p30"/>
            <p:cNvCxnSpPr/>
            <p:nvPr/>
          </p:nvCxnSpPr>
          <p:spPr>
            <a:xfrm>
              <a:off x="3964" y="2205"/>
              <a:ext cx="0" cy="366"/>
            </a:xfrm>
            <a:prstGeom prst="straightConnector1">
              <a:avLst/>
            </a:prstGeom>
            <a:solidFill>
              <a:schemeClr val="lt1"/>
            </a:solidFill>
            <a:ln w="14275" cap="flat" cmpd="sng">
              <a:solidFill>
                <a:schemeClr val="lt1"/>
              </a:solidFill>
              <a:prstDash val="solid"/>
              <a:miter lim="800000"/>
              <a:headEnd type="none" w="med" len="med"/>
              <a:tailEnd type="none" w="med" len="med"/>
            </a:ln>
          </p:spPr>
        </p:cxnSp>
      </p:grpSp>
    </p:spTree>
    <p:extLst>
      <p:ext uri="{BB962C8B-B14F-4D97-AF65-F5344CB8AC3E}">
        <p14:creationId xmlns:p14="http://schemas.microsoft.com/office/powerpoint/2010/main" val="1177882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full image and 2 x content">
  <p:cSld name="Title, full image and 2 x content">
    <p:bg>
      <p:bgPr>
        <a:blipFill>
          <a:blip r:embed="rId2">
            <a:alphaModFix/>
          </a:blip>
          <a:stretch>
            <a:fillRect/>
          </a:stretch>
        </a:blipFill>
        <a:effectLst/>
      </p:bgPr>
    </p:bg>
    <p:spTree>
      <p:nvGrpSpPr>
        <p:cNvPr id="1" name="Shape 674"/>
        <p:cNvGrpSpPr/>
        <p:nvPr/>
      </p:nvGrpSpPr>
      <p:grpSpPr>
        <a:xfrm>
          <a:off x="0" y="0"/>
          <a:ext cx="0" cy="0"/>
          <a:chOff x="0" y="0"/>
          <a:chExt cx="0" cy="0"/>
        </a:xfrm>
      </p:grpSpPr>
      <p:sp>
        <p:nvSpPr>
          <p:cNvPr id="675" name="Google Shape;675;p31"/>
          <p:cNvSpPr/>
          <p:nvPr/>
        </p:nvSpPr>
        <p:spPr>
          <a:xfrm>
            <a:off x="0" y="0"/>
            <a:ext cx="12192000" cy="6858000"/>
          </a:xfrm>
          <a:prstGeom prst="rect">
            <a:avLst/>
          </a:prstGeom>
          <a:solidFill>
            <a:srgbClr val="000000">
              <a:alpha val="69803"/>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676" name="Google Shape;676;p31"/>
          <p:cNvSpPr txBox="1">
            <a:spLocks noGrp="1"/>
          </p:cNvSpPr>
          <p:nvPr>
            <p:ph type="title"/>
          </p:nvPr>
        </p:nvSpPr>
        <p:spPr>
          <a:xfrm>
            <a:off x="514800" y="897616"/>
            <a:ext cx="5256581" cy="793072"/>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28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7" name="Google Shape;677;p31"/>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4DB0F863-810C-4E83-8C58-0D75FC730EC8}"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678" name="Google Shape;678;p31"/>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679" name="Google Shape;679;p31"/>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sp>
        <p:nvSpPr>
          <p:cNvPr id="680" name="Google Shape;680;p31"/>
          <p:cNvSpPr txBox="1">
            <a:spLocks noGrp="1"/>
          </p:cNvSpPr>
          <p:nvPr>
            <p:ph type="body" idx="1"/>
          </p:nvPr>
        </p:nvSpPr>
        <p:spPr>
          <a:xfrm>
            <a:off x="514800" y="2263939"/>
            <a:ext cx="4471468" cy="369644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lt1"/>
              </a:buClr>
              <a:buSzPts val="2000"/>
              <a:buNone/>
              <a:defRPr>
                <a:solidFill>
                  <a:schemeClr val="lt1"/>
                </a:solidFill>
              </a:defRPr>
            </a:lvl1pPr>
            <a:lvl2pPr marL="914400" lvl="1" indent="-228600" algn="l">
              <a:lnSpc>
                <a:spcPct val="90000"/>
              </a:lnSpc>
              <a:spcBef>
                <a:spcPts val="400"/>
              </a:spcBef>
              <a:spcAft>
                <a:spcPts val="0"/>
              </a:spcAft>
              <a:buClr>
                <a:schemeClr val="lt1"/>
              </a:buClr>
              <a:buSzPts val="1800"/>
              <a:buNone/>
              <a:defRPr>
                <a:solidFill>
                  <a:schemeClr val="lt1"/>
                </a:solidFill>
              </a:defRPr>
            </a:lvl2pPr>
            <a:lvl3pPr marL="1371600" lvl="2" indent="-342900" algn="l">
              <a:lnSpc>
                <a:spcPct val="90000"/>
              </a:lnSpc>
              <a:spcBef>
                <a:spcPts val="400"/>
              </a:spcBef>
              <a:spcAft>
                <a:spcPts val="0"/>
              </a:spcAft>
              <a:buClr>
                <a:schemeClr val="lt1"/>
              </a:buClr>
              <a:buSzPts val="1800"/>
              <a:buChar char="•"/>
              <a:defRPr>
                <a:solidFill>
                  <a:schemeClr val="lt1"/>
                </a:solidFill>
              </a:defRPr>
            </a:lvl3pPr>
            <a:lvl4pPr marL="1828800" lvl="3" indent="-330200" algn="l">
              <a:lnSpc>
                <a:spcPct val="90000"/>
              </a:lnSpc>
              <a:spcBef>
                <a:spcPts val="400"/>
              </a:spcBef>
              <a:spcAft>
                <a:spcPts val="0"/>
              </a:spcAft>
              <a:buClr>
                <a:schemeClr val="lt1"/>
              </a:buClr>
              <a:buSzPts val="1600"/>
              <a:buChar char="•"/>
              <a:defRPr>
                <a:solidFill>
                  <a:schemeClr val="lt1"/>
                </a:solidFill>
              </a:defRPr>
            </a:lvl4pPr>
            <a:lvl5pPr marL="2286000" lvl="4" indent="-228600" algn="l">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681" name="Google Shape;681;p31"/>
          <p:cNvGrpSpPr/>
          <p:nvPr/>
        </p:nvGrpSpPr>
        <p:grpSpPr>
          <a:xfrm>
            <a:off x="-2040904" y="3988723"/>
            <a:ext cx="1872208" cy="2902681"/>
            <a:chOff x="6195941" y="562596"/>
            <a:chExt cx="1872208" cy="2902681"/>
          </a:xfrm>
        </p:grpSpPr>
        <p:grpSp>
          <p:nvGrpSpPr>
            <p:cNvPr id="682" name="Google Shape;682;p31"/>
            <p:cNvGrpSpPr/>
            <p:nvPr/>
          </p:nvGrpSpPr>
          <p:grpSpPr>
            <a:xfrm>
              <a:off x="6195941" y="832626"/>
              <a:ext cx="1872208" cy="2632651"/>
              <a:chOff x="-1872716" y="660661"/>
              <a:chExt cx="1872208" cy="1974490"/>
            </a:xfrm>
          </p:grpSpPr>
          <p:sp>
            <p:nvSpPr>
              <p:cNvPr id="683" name="Google Shape;683;p31"/>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684" name="Google Shape;684;p31"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685" name="Google Shape;685;p31"/>
            <p:cNvGrpSpPr/>
            <p:nvPr/>
          </p:nvGrpSpPr>
          <p:grpSpPr>
            <a:xfrm>
              <a:off x="6303954" y="562596"/>
              <a:ext cx="540060" cy="540060"/>
              <a:chOff x="6303954" y="562596"/>
              <a:chExt cx="540060" cy="540060"/>
            </a:xfrm>
          </p:grpSpPr>
          <p:sp>
            <p:nvSpPr>
              <p:cNvPr id="686" name="Google Shape;686;p31"/>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687" name="Google Shape;687;p31" descr="increase_indent.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688" name="Google Shape;688;p31"/>
          <p:cNvSpPr/>
          <p:nvPr/>
        </p:nvSpPr>
        <p:spPr>
          <a:xfrm>
            <a:off x="-3680045" y="312461"/>
            <a:ext cx="8746251" cy="6124921"/>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chemeClr val="dk2">
              <a:alpha val="29803"/>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nvGrpSpPr>
          <p:cNvPr id="689" name="Google Shape;689;p31"/>
          <p:cNvGrpSpPr/>
          <p:nvPr/>
        </p:nvGrpSpPr>
        <p:grpSpPr>
          <a:xfrm>
            <a:off x="10553375" y="296652"/>
            <a:ext cx="1195327" cy="479853"/>
            <a:chOff x="1899" y="899"/>
            <a:chExt cx="4165" cy="1672"/>
          </a:xfrm>
        </p:grpSpPr>
        <p:sp>
          <p:nvSpPr>
            <p:cNvPr id="690" name="Google Shape;690;p31"/>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91" name="Google Shape;691;p31"/>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92" name="Google Shape;692;p31"/>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93" name="Google Shape;693;p31"/>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94" name="Google Shape;694;p31"/>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95" name="Google Shape;695;p31"/>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96" name="Google Shape;696;p31"/>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97" name="Google Shape;697;p31"/>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98" name="Google Shape;698;p31"/>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699" name="Google Shape;699;p31"/>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00" name="Google Shape;700;p31"/>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01" name="Google Shape;701;p31"/>
            <p:cNvSpPr/>
            <p:nvPr/>
          </p:nvSpPr>
          <p:spPr>
            <a:xfrm>
              <a:off x="2762" y="2203"/>
              <a:ext cx="28"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02" name="Google Shape;702;p31"/>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03" name="Google Shape;703;p31"/>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04" name="Google Shape;704;p31"/>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05" name="Google Shape;705;p31"/>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06" name="Google Shape;706;p31"/>
            <p:cNvSpPr/>
            <p:nvPr/>
          </p:nvSpPr>
          <p:spPr>
            <a:xfrm>
              <a:off x="3203" y="2203"/>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07" name="Google Shape;707;p31"/>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08" name="Google Shape;708;p31"/>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09" name="Google Shape;709;p31"/>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10" name="Google Shape;710;p31"/>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11" name="Google Shape;711;p31"/>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12" name="Google Shape;712;p31"/>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13" name="Google Shape;713;p31"/>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14" name="Google Shape;714;p31"/>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15" name="Google Shape;715;p31"/>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16" name="Google Shape;716;p31"/>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17" name="Google Shape;717;p31"/>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18" name="Google Shape;718;p31"/>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19" name="Google Shape;719;p31"/>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20" name="Google Shape;720;p31"/>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21" name="Google Shape;721;p31"/>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22" name="Google Shape;722;p31"/>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23" name="Google Shape;723;p31"/>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24" name="Google Shape;724;p31"/>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25" name="Google Shape;725;p31"/>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26" name="Google Shape;726;p31"/>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27" name="Google Shape;727;p31"/>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28" name="Google Shape;728;p31"/>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29" name="Google Shape;729;p31"/>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30" name="Google Shape;730;p31"/>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31" name="Google Shape;731;p31"/>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32" name="Google Shape;732;p31"/>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33" name="Google Shape;733;p31"/>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34" name="Google Shape;734;p31"/>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35" name="Google Shape;735;p31"/>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36" name="Google Shape;736;p31"/>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37" name="Google Shape;737;p31"/>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38" name="Google Shape;738;p31"/>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39" name="Google Shape;739;p31"/>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40" name="Google Shape;740;p31"/>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41" name="Google Shape;741;p31"/>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42" name="Google Shape;742;p31"/>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43" name="Google Shape;743;p31"/>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44" name="Google Shape;744;p31"/>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45" name="Google Shape;745;p31"/>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46" name="Google Shape;746;p31"/>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47" name="Google Shape;747;p31"/>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48" name="Google Shape;748;p31"/>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49" name="Google Shape;749;p31"/>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50" name="Google Shape;750;p31"/>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51" name="Google Shape;751;p31"/>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52" name="Google Shape;752;p31"/>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53" name="Google Shape;753;p31"/>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54" name="Google Shape;754;p31"/>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55" name="Google Shape;755;p31"/>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56" name="Google Shape;756;p31"/>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57" name="Google Shape;757;p31"/>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58" name="Google Shape;758;p31"/>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59" name="Google Shape;759;p31"/>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60" name="Google Shape;760;p31"/>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61" name="Google Shape;761;p31"/>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62" name="Google Shape;762;p31"/>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63" name="Google Shape;763;p31"/>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64" name="Google Shape;764;p31"/>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65" name="Google Shape;765;p31"/>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66" name="Google Shape;766;p31"/>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67" name="Google Shape;767;p31"/>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68" name="Google Shape;768;p31"/>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69" name="Google Shape;769;p31"/>
            <p:cNvSpPr/>
            <p:nvPr/>
          </p:nvSpPr>
          <p:spPr>
            <a:xfrm>
              <a:off x="4838" y="2425"/>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70" name="Google Shape;770;p31"/>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71" name="Google Shape;771;p31"/>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72" name="Google Shape;772;p31"/>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73" name="Google Shape;773;p31"/>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74" name="Google Shape;774;p31"/>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75" name="Google Shape;775;p31"/>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76" name="Google Shape;776;p31"/>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77" name="Google Shape;777;p31"/>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78" name="Google Shape;778;p31"/>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79" name="Google Shape;779;p31"/>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80" name="Google Shape;780;p31"/>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81" name="Google Shape;781;p31"/>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82" name="Google Shape;782;p31"/>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783" name="Google Shape;783;p31"/>
            <p:cNvCxnSpPr/>
            <p:nvPr/>
          </p:nvCxnSpPr>
          <p:spPr>
            <a:xfrm>
              <a:off x="3964" y="2205"/>
              <a:ext cx="0" cy="366"/>
            </a:xfrm>
            <a:prstGeom prst="straightConnector1">
              <a:avLst/>
            </a:prstGeom>
            <a:solidFill>
              <a:schemeClr val="lt1"/>
            </a:solidFill>
            <a:ln w="14275" cap="flat" cmpd="sng">
              <a:solidFill>
                <a:schemeClr val="lt1"/>
              </a:solidFill>
              <a:prstDash val="solid"/>
              <a:miter lim="800000"/>
              <a:headEnd type="none" w="med" len="med"/>
              <a:tailEnd type="none" w="med" len="med"/>
            </a:ln>
          </p:spPr>
        </p:cxnSp>
      </p:grpSp>
      <p:sp>
        <p:nvSpPr>
          <p:cNvPr id="784" name="Google Shape;784;p31"/>
          <p:cNvSpPr txBox="1">
            <a:spLocks noGrp="1"/>
          </p:cNvSpPr>
          <p:nvPr>
            <p:ph type="body" idx="2"/>
          </p:nvPr>
        </p:nvSpPr>
        <p:spPr>
          <a:xfrm>
            <a:off x="5522201" y="2263939"/>
            <a:ext cx="4471468" cy="369644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lt1"/>
              </a:buClr>
              <a:buSzPts val="2000"/>
              <a:buNone/>
              <a:defRPr>
                <a:solidFill>
                  <a:schemeClr val="lt1"/>
                </a:solidFill>
              </a:defRPr>
            </a:lvl1pPr>
            <a:lvl2pPr marL="914400" lvl="1" indent="-228600" algn="l">
              <a:lnSpc>
                <a:spcPct val="90000"/>
              </a:lnSpc>
              <a:spcBef>
                <a:spcPts val="400"/>
              </a:spcBef>
              <a:spcAft>
                <a:spcPts val="0"/>
              </a:spcAft>
              <a:buClr>
                <a:schemeClr val="lt1"/>
              </a:buClr>
              <a:buSzPts val="1800"/>
              <a:buNone/>
              <a:defRPr>
                <a:solidFill>
                  <a:schemeClr val="lt1"/>
                </a:solidFill>
              </a:defRPr>
            </a:lvl2pPr>
            <a:lvl3pPr marL="1371600" lvl="2" indent="-342900" algn="l">
              <a:lnSpc>
                <a:spcPct val="90000"/>
              </a:lnSpc>
              <a:spcBef>
                <a:spcPts val="400"/>
              </a:spcBef>
              <a:spcAft>
                <a:spcPts val="0"/>
              </a:spcAft>
              <a:buClr>
                <a:schemeClr val="lt1"/>
              </a:buClr>
              <a:buSzPts val="1800"/>
              <a:buChar char="•"/>
              <a:defRPr>
                <a:solidFill>
                  <a:schemeClr val="lt1"/>
                </a:solidFill>
              </a:defRPr>
            </a:lvl3pPr>
            <a:lvl4pPr marL="1828800" lvl="3" indent="-330200" algn="l">
              <a:lnSpc>
                <a:spcPct val="90000"/>
              </a:lnSpc>
              <a:spcBef>
                <a:spcPts val="400"/>
              </a:spcBef>
              <a:spcAft>
                <a:spcPts val="0"/>
              </a:spcAft>
              <a:buClr>
                <a:schemeClr val="lt1"/>
              </a:buClr>
              <a:buSzPts val="1600"/>
              <a:buChar char="•"/>
              <a:defRPr>
                <a:solidFill>
                  <a:schemeClr val="lt1"/>
                </a:solidFill>
              </a:defRPr>
            </a:lvl4pPr>
            <a:lvl5pPr marL="2286000" lvl="4" indent="-228600" algn="l">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785" name="Google Shape;785;p31"/>
          <p:cNvGrpSpPr/>
          <p:nvPr/>
        </p:nvGrpSpPr>
        <p:grpSpPr>
          <a:xfrm>
            <a:off x="-2040904" y="871532"/>
            <a:ext cx="1368152" cy="2264265"/>
            <a:chOff x="-1836712" y="2937191"/>
            <a:chExt cx="1368152" cy="2264265"/>
          </a:xfrm>
        </p:grpSpPr>
        <p:pic>
          <p:nvPicPr>
            <p:cNvPr id="786" name="Google Shape;786;p31" descr="icon_camera_circle.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728699" y="2937191"/>
              <a:ext cx="640111" cy="640111"/>
            </a:xfrm>
            <a:prstGeom prst="rect">
              <a:avLst/>
            </a:prstGeom>
            <a:noFill/>
            <a:ln>
              <a:noFill/>
            </a:ln>
          </p:spPr>
        </p:pic>
        <p:sp>
          <p:nvSpPr>
            <p:cNvPr id="787" name="Google Shape;787;p31"/>
            <p:cNvSpPr txBox="1"/>
            <p:nvPr/>
          </p:nvSpPr>
          <p:spPr>
            <a:xfrm>
              <a:off x="-1836712" y="3677962"/>
              <a:ext cx="1368152" cy="152349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change the photographic image to the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&gt;Right Click over slide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&gt;format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&gt;picture or texture 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&gt;select image from  </a:t>
              </a:r>
              <a:b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b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  your file</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788" name="Google Shape;788;p31"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28699" y="3245911"/>
              <a:ext cx="121592" cy="320113"/>
            </a:xfrm>
            <a:prstGeom prst="rect">
              <a:avLst/>
            </a:prstGeom>
            <a:noFill/>
            <a:ln>
              <a:noFill/>
            </a:ln>
          </p:spPr>
        </p:pic>
      </p:grpSp>
    </p:spTree>
    <p:extLst>
      <p:ext uri="{BB962C8B-B14F-4D97-AF65-F5344CB8AC3E}">
        <p14:creationId xmlns:p14="http://schemas.microsoft.com/office/powerpoint/2010/main" val="3766195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full image and content: Dark Blue">
  <p:cSld name="Title, full image and content: Dark Blue">
    <p:bg>
      <p:bgPr>
        <a:blipFill>
          <a:blip r:embed="rId2">
            <a:alphaModFix/>
          </a:blip>
          <a:stretch>
            <a:fillRect/>
          </a:stretch>
        </a:blipFill>
        <a:effectLst/>
      </p:bgPr>
    </p:bg>
    <p:spTree>
      <p:nvGrpSpPr>
        <p:cNvPr id="1" name="Shape 789"/>
        <p:cNvGrpSpPr/>
        <p:nvPr/>
      </p:nvGrpSpPr>
      <p:grpSpPr>
        <a:xfrm>
          <a:off x="0" y="0"/>
          <a:ext cx="0" cy="0"/>
          <a:chOff x="0" y="0"/>
          <a:chExt cx="0" cy="0"/>
        </a:xfrm>
      </p:grpSpPr>
      <p:sp>
        <p:nvSpPr>
          <p:cNvPr id="790" name="Google Shape;790;p32"/>
          <p:cNvSpPr/>
          <p:nvPr/>
        </p:nvSpPr>
        <p:spPr>
          <a:xfrm rot="5400000" flipH="1">
            <a:off x="699195" y="-699045"/>
            <a:ext cx="6858001" cy="8256086"/>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791" name="Google Shape;791;p32"/>
          <p:cNvSpPr/>
          <p:nvPr/>
        </p:nvSpPr>
        <p:spPr>
          <a:xfrm rot="10800000" flipH="1">
            <a:off x="0" y="0"/>
            <a:ext cx="12192000" cy="2039622"/>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792" name="Google Shape;792;p32"/>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793" name="Google Shape;793;p32"/>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grpSp>
        <p:nvGrpSpPr>
          <p:cNvPr id="794" name="Google Shape;794;p32"/>
          <p:cNvGrpSpPr/>
          <p:nvPr/>
        </p:nvGrpSpPr>
        <p:grpSpPr>
          <a:xfrm>
            <a:off x="10553375" y="296652"/>
            <a:ext cx="1195327" cy="479853"/>
            <a:chOff x="1899" y="899"/>
            <a:chExt cx="4165" cy="1672"/>
          </a:xfrm>
        </p:grpSpPr>
        <p:sp>
          <p:nvSpPr>
            <p:cNvPr id="795" name="Google Shape;795;p32"/>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96" name="Google Shape;796;p32"/>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97" name="Google Shape;797;p32"/>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98" name="Google Shape;798;p32"/>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799" name="Google Shape;799;p32"/>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00" name="Google Shape;800;p32"/>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01" name="Google Shape;801;p32"/>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02" name="Google Shape;802;p32"/>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03" name="Google Shape;803;p32"/>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04" name="Google Shape;804;p32"/>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05" name="Google Shape;805;p32"/>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06" name="Google Shape;806;p32"/>
            <p:cNvSpPr/>
            <p:nvPr/>
          </p:nvSpPr>
          <p:spPr>
            <a:xfrm>
              <a:off x="2762" y="2203"/>
              <a:ext cx="28"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07" name="Google Shape;807;p32"/>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08" name="Google Shape;808;p32"/>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09" name="Google Shape;809;p32"/>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10" name="Google Shape;810;p32"/>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11" name="Google Shape;811;p32"/>
            <p:cNvSpPr/>
            <p:nvPr/>
          </p:nvSpPr>
          <p:spPr>
            <a:xfrm>
              <a:off x="3203" y="2203"/>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12" name="Google Shape;812;p32"/>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13" name="Google Shape;813;p32"/>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14" name="Google Shape;814;p32"/>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15" name="Google Shape;815;p32"/>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16" name="Google Shape;816;p32"/>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17" name="Google Shape;817;p32"/>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18" name="Google Shape;818;p32"/>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19" name="Google Shape;819;p32"/>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20" name="Google Shape;820;p32"/>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21" name="Google Shape;821;p32"/>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22" name="Google Shape;822;p32"/>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23" name="Google Shape;823;p32"/>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24" name="Google Shape;824;p32"/>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25" name="Google Shape;825;p32"/>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26" name="Google Shape;826;p32"/>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27" name="Google Shape;827;p32"/>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28" name="Google Shape;828;p32"/>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29" name="Google Shape;829;p32"/>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30" name="Google Shape;830;p32"/>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31" name="Google Shape;831;p32"/>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32" name="Google Shape;832;p32"/>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33" name="Google Shape;833;p32"/>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34" name="Google Shape;834;p32"/>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35" name="Google Shape;835;p32"/>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36" name="Google Shape;836;p32"/>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37" name="Google Shape;837;p32"/>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38" name="Google Shape;838;p32"/>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39" name="Google Shape;839;p32"/>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40" name="Google Shape;840;p32"/>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41" name="Google Shape;841;p32"/>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42" name="Google Shape;842;p32"/>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43" name="Google Shape;843;p32"/>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44" name="Google Shape;844;p32"/>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45" name="Google Shape;845;p32"/>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46" name="Google Shape;846;p32"/>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47" name="Google Shape;847;p32"/>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48" name="Google Shape;848;p32"/>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49" name="Google Shape;849;p32"/>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50" name="Google Shape;850;p32"/>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51" name="Google Shape;851;p32"/>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52" name="Google Shape;852;p32"/>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53" name="Google Shape;853;p32"/>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54" name="Google Shape;854;p32"/>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55" name="Google Shape;855;p32"/>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56" name="Google Shape;856;p32"/>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57" name="Google Shape;857;p32"/>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58" name="Google Shape;858;p32"/>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59" name="Google Shape;859;p32"/>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60" name="Google Shape;860;p32"/>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61" name="Google Shape;861;p32"/>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62" name="Google Shape;862;p32"/>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63" name="Google Shape;863;p32"/>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64" name="Google Shape;864;p32"/>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65" name="Google Shape;865;p32"/>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66" name="Google Shape;866;p32"/>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67" name="Google Shape;867;p32"/>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68" name="Google Shape;868;p32"/>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69" name="Google Shape;869;p32"/>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70" name="Google Shape;870;p32"/>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71" name="Google Shape;871;p32"/>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72" name="Google Shape;872;p32"/>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73" name="Google Shape;873;p32"/>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74" name="Google Shape;874;p32"/>
            <p:cNvSpPr/>
            <p:nvPr/>
          </p:nvSpPr>
          <p:spPr>
            <a:xfrm>
              <a:off x="4838" y="2425"/>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75" name="Google Shape;875;p32"/>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76" name="Google Shape;876;p32"/>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77" name="Google Shape;877;p32"/>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78" name="Google Shape;878;p32"/>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79" name="Google Shape;879;p32"/>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80" name="Google Shape;880;p32"/>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81" name="Google Shape;881;p32"/>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82" name="Google Shape;882;p32"/>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83" name="Google Shape;883;p32"/>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84" name="Google Shape;884;p32"/>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85" name="Google Shape;885;p32"/>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86" name="Google Shape;886;p32"/>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87" name="Google Shape;887;p32"/>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888" name="Google Shape;888;p32"/>
            <p:cNvCxnSpPr/>
            <p:nvPr/>
          </p:nvCxnSpPr>
          <p:spPr>
            <a:xfrm>
              <a:off x="3964" y="2205"/>
              <a:ext cx="0" cy="366"/>
            </a:xfrm>
            <a:prstGeom prst="straightConnector1">
              <a:avLst/>
            </a:prstGeom>
            <a:solidFill>
              <a:schemeClr val="lt1"/>
            </a:solidFill>
            <a:ln w="14275" cap="flat" cmpd="sng">
              <a:solidFill>
                <a:schemeClr val="lt1"/>
              </a:solidFill>
              <a:prstDash val="solid"/>
              <a:miter lim="800000"/>
              <a:headEnd type="none" w="med" len="med"/>
              <a:tailEnd type="none" w="med" len="med"/>
            </a:ln>
          </p:spPr>
        </p:cxnSp>
      </p:grpSp>
      <p:grpSp>
        <p:nvGrpSpPr>
          <p:cNvPr id="889" name="Google Shape;889;p32"/>
          <p:cNvGrpSpPr/>
          <p:nvPr/>
        </p:nvGrpSpPr>
        <p:grpSpPr>
          <a:xfrm>
            <a:off x="-2040904" y="3988723"/>
            <a:ext cx="1872208" cy="2902681"/>
            <a:chOff x="6195941" y="562596"/>
            <a:chExt cx="1872208" cy="2902681"/>
          </a:xfrm>
        </p:grpSpPr>
        <p:grpSp>
          <p:nvGrpSpPr>
            <p:cNvPr id="890" name="Google Shape;890;p32"/>
            <p:cNvGrpSpPr/>
            <p:nvPr/>
          </p:nvGrpSpPr>
          <p:grpSpPr>
            <a:xfrm>
              <a:off x="6195941" y="832626"/>
              <a:ext cx="1872208" cy="2632651"/>
              <a:chOff x="-1872716" y="660661"/>
              <a:chExt cx="1872208" cy="1974490"/>
            </a:xfrm>
          </p:grpSpPr>
          <p:sp>
            <p:nvSpPr>
              <p:cNvPr id="891" name="Google Shape;891;p32"/>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892" name="Google Shape;892;p32"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893" name="Google Shape;893;p32"/>
            <p:cNvGrpSpPr/>
            <p:nvPr/>
          </p:nvGrpSpPr>
          <p:grpSpPr>
            <a:xfrm>
              <a:off x="6303954" y="562596"/>
              <a:ext cx="540060" cy="540060"/>
              <a:chOff x="6303954" y="562596"/>
              <a:chExt cx="540060" cy="540060"/>
            </a:xfrm>
          </p:grpSpPr>
          <p:sp>
            <p:nvSpPr>
              <p:cNvPr id="894" name="Google Shape;894;p32"/>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895" name="Google Shape;895;p32" descr="increase_indent.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896" name="Google Shape;896;p32"/>
          <p:cNvSpPr/>
          <p:nvPr/>
        </p:nvSpPr>
        <p:spPr>
          <a:xfrm>
            <a:off x="7680176" y="3356992"/>
            <a:ext cx="4398729" cy="3080390"/>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chemeClr val="lt1">
              <a:alpha val="20000"/>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97" name="Google Shape;897;p32"/>
          <p:cNvSpPr/>
          <p:nvPr/>
        </p:nvSpPr>
        <p:spPr>
          <a:xfrm>
            <a:off x="0" y="1587"/>
            <a:ext cx="9084331" cy="2539485"/>
          </a:xfrm>
          <a:custGeom>
            <a:avLst/>
            <a:gdLst/>
            <a:ahLst/>
            <a:cxnLst/>
            <a:rect l="l" t="t" r="r" b="b"/>
            <a:pathLst>
              <a:path w="12745" h="4169" extrusionOk="0">
                <a:moveTo>
                  <a:pt x="0" y="0"/>
                </a:moveTo>
                <a:lnTo>
                  <a:pt x="12745" y="0"/>
                </a:lnTo>
                <a:cubicBezTo>
                  <a:pt x="12602" y="54"/>
                  <a:pt x="12453" y="92"/>
                  <a:pt x="12309" y="143"/>
                </a:cubicBezTo>
                <a:cubicBezTo>
                  <a:pt x="11761" y="325"/>
                  <a:pt x="11223" y="566"/>
                  <a:pt x="10706" y="823"/>
                </a:cubicBezTo>
                <a:cubicBezTo>
                  <a:pt x="10540" y="913"/>
                  <a:pt x="10370" y="996"/>
                  <a:pt x="10206" y="1089"/>
                </a:cubicBezTo>
                <a:cubicBezTo>
                  <a:pt x="9498" y="1478"/>
                  <a:pt x="8825" y="1912"/>
                  <a:pt x="8143" y="2343"/>
                </a:cubicBezTo>
                <a:cubicBezTo>
                  <a:pt x="7530" y="2736"/>
                  <a:pt x="6917" y="3108"/>
                  <a:pt x="6263" y="3430"/>
                </a:cubicBezTo>
                <a:cubicBezTo>
                  <a:pt x="5581" y="3762"/>
                  <a:pt x="4857" y="4046"/>
                  <a:pt x="4100" y="4136"/>
                </a:cubicBezTo>
                <a:cubicBezTo>
                  <a:pt x="3871" y="4169"/>
                  <a:pt x="3647" y="4166"/>
                  <a:pt x="3417" y="4161"/>
                </a:cubicBezTo>
                <a:cubicBezTo>
                  <a:pt x="3053" y="4144"/>
                  <a:pt x="2694" y="4069"/>
                  <a:pt x="2351" y="3949"/>
                </a:cubicBezTo>
                <a:cubicBezTo>
                  <a:pt x="1742" y="3736"/>
                  <a:pt x="1194" y="3388"/>
                  <a:pt x="684" y="3000"/>
                </a:cubicBezTo>
                <a:cubicBezTo>
                  <a:pt x="462" y="2825"/>
                  <a:pt x="243" y="2656"/>
                  <a:pt x="0" y="2512"/>
                </a:cubicBezTo>
                <a:lnTo>
                  <a:pt x="0" y="0"/>
                </a:lnTo>
                <a:close/>
              </a:path>
            </a:pathLst>
          </a:custGeom>
          <a:solidFill>
            <a:schemeClr val="dk2">
              <a:alpha val="49803"/>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898" name="Google Shape;898;p32"/>
          <p:cNvSpPr txBox="1">
            <a:spLocks noGrp="1"/>
          </p:cNvSpPr>
          <p:nvPr>
            <p:ph type="title"/>
          </p:nvPr>
        </p:nvSpPr>
        <p:spPr>
          <a:xfrm>
            <a:off x="514800" y="434983"/>
            <a:ext cx="4752528" cy="1255705"/>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28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9" name="Google Shape;899;p32"/>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B3369E3-3BA9-4191-A1A4-19EEE889E78C}"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900" name="Google Shape;900;p32"/>
          <p:cNvSpPr txBox="1">
            <a:spLocks noGrp="1"/>
          </p:cNvSpPr>
          <p:nvPr>
            <p:ph type="body" idx="1"/>
          </p:nvPr>
        </p:nvSpPr>
        <p:spPr>
          <a:xfrm>
            <a:off x="514800" y="3104964"/>
            <a:ext cx="4752528" cy="2857754"/>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lt1"/>
              </a:buClr>
              <a:buSzPts val="2000"/>
              <a:buNone/>
              <a:defRPr>
                <a:solidFill>
                  <a:schemeClr val="lt1"/>
                </a:solidFill>
              </a:defRPr>
            </a:lvl1pPr>
            <a:lvl2pPr marL="914400" lvl="1" indent="-228600" algn="l">
              <a:lnSpc>
                <a:spcPct val="90000"/>
              </a:lnSpc>
              <a:spcBef>
                <a:spcPts val="400"/>
              </a:spcBef>
              <a:spcAft>
                <a:spcPts val="0"/>
              </a:spcAft>
              <a:buClr>
                <a:schemeClr val="lt1"/>
              </a:buClr>
              <a:buSzPts val="1800"/>
              <a:buNone/>
              <a:defRPr>
                <a:solidFill>
                  <a:schemeClr val="lt1"/>
                </a:solidFill>
              </a:defRPr>
            </a:lvl2pPr>
            <a:lvl3pPr marL="1371600" lvl="2" indent="-342900" algn="l">
              <a:lnSpc>
                <a:spcPct val="90000"/>
              </a:lnSpc>
              <a:spcBef>
                <a:spcPts val="400"/>
              </a:spcBef>
              <a:spcAft>
                <a:spcPts val="0"/>
              </a:spcAft>
              <a:buClr>
                <a:schemeClr val="lt1"/>
              </a:buClr>
              <a:buSzPts val="1800"/>
              <a:buChar char="•"/>
              <a:defRPr>
                <a:solidFill>
                  <a:schemeClr val="lt1"/>
                </a:solidFill>
              </a:defRPr>
            </a:lvl3pPr>
            <a:lvl4pPr marL="1828800" lvl="3" indent="-330200" algn="l">
              <a:lnSpc>
                <a:spcPct val="90000"/>
              </a:lnSpc>
              <a:spcBef>
                <a:spcPts val="400"/>
              </a:spcBef>
              <a:spcAft>
                <a:spcPts val="0"/>
              </a:spcAft>
              <a:buClr>
                <a:schemeClr val="lt1"/>
              </a:buClr>
              <a:buSzPts val="1600"/>
              <a:buChar char="•"/>
              <a:defRPr>
                <a:solidFill>
                  <a:schemeClr val="lt1"/>
                </a:solidFill>
              </a:defRPr>
            </a:lvl4pPr>
            <a:lvl5pPr marL="2286000" lvl="4" indent="-228600" algn="l">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901" name="Google Shape;901;p32"/>
          <p:cNvGrpSpPr/>
          <p:nvPr/>
        </p:nvGrpSpPr>
        <p:grpSpPr>
          <a:xfrm>
            <a:off x="-2040904" y="871532"/>
            <a:ext cx="1368152" cy="2264265"/>
            <a:chOff x="-1836712" y="2937191"/>
            <a:chExt cx="1368152" cy="2264265"/>
          </a:xfrm>
        </p:grpSpPr>
        <p:pic>
          <p:nvPicPr>
            <p:cNvPr id="902" name="Google Shape;902;p32" descr="icon_camera_circle.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728699" y="2937191"/>
              <a:ext cx="640111" cy="640111"/>
            </a:xfrm>
            <a:prstGeom prst="rect">
              <a:avLst/>
            </a:prstGeom>
            <a:noFill/>
            <a:ln>
              <a:noFill/>
            </a:ln>
          </p:spPr>
        </p:pic>
        <p:sp>
          <p:nvSpPr>
            <p:cNvPr id="903" name="Google Shape;903;p32"/>
            <p:cNvSpPr txBox="1"/>
            <p:nvPr/>
          </p:nvSpPr>
          <p:spPr>
            <a:xfrm>
              <a:off x="-1836712" y="3677962"/>
              <a:ext cx="1368152" cy="152349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change the photographic image to the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&gt;Right Click over slide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&gt;format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&gt;picture or texture 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&gt;select image from  </a:t>
              </a:r>
              <a:b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b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  your file</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904" name="Google Shape;904;p32"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28699" y="3245911"/>
              <a:ext cx="121592" cy="320113"/>
            </a:xfrm>
            <a:prstGeom prst="rect">
              <a:avLst/>
            </a:prstGeom>
            <a:noFill/>
            <a:ln>
              <a:noFill/>
            </a:ln>
          </p:spPr>
        </p:pic>
      </p:grpSp>
    </p:spTree>
    <p:extLst>
      <p:ext uri="{BB962C8B-B14F-4D97-AF65-F5344CB8AC3E}">
        <p14:creationId xmlns:p14="http://schemas.microsoft.com/office/powerpoint/2010/main" val="206367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full image and content: Dark green">
  <p:cSld name="Title, full image and content: Dark green">
    <p:bg>
      <p:bgPr>
        <a:blipFill>
          <a:blip r:embed="rId2">
            <a:alphaModFix/>
          </a:blip>
          <a:stretch>
            <a:fillRect/>
          </a:stretch>
        </a:blipFill>
        <a:effectLst/>
      </p:bgPr>
    </p:bg>
    <p:spTree>
      <p:nvGrpSpPr>
        <p:cNvPr id="1" name="Shape 905"/>
        <p:cNvGrpSpPr/>
        <p:nvPr/>
      </p:nvGrpSpPr>
      <p:grpSpPr>
        <a:xfrm>
          <a:off x="0" y="0"/>
          <a:ext cx="0" cy="0"/>
          <a:chOff x="0" y="0"/>
          <a:chExt cx="0" cy="0"/>
        </a:xfrm>
      </p:grpSpPr>
      <p:sp>
        <p:nvSpPr>
          <p:cNvPr id="906" name="Google Shape;906;p33"/>
          <p:cNvSpPr/>
          <p:nvPr/>
        </p:nvSpPr>
        <p:spPr>
          <a:xfrm rot="5400000" flipH="1">
            <a:off x="699195" y="-699045"/>
            <a:ext cx="6858001" cy="8256086"/>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07" name="Google Shape;907;p33"/>
          <p:cNvSpPr/>
          <p:nvPr/>
        </p:nvSpPr>
        <p:spPr>
          <a:xfrm rot="10800000" flipH="1">
            <a:off x="0" y="0"/>
            <a:ext cx="12192000" cy="2039622"/>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08" name="Google Shape;908;p33"/>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909" name="Google Shape;909;p33"/>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grpSp>
        <p:nvGrpSpPr>
          <p:cNvPr id="910" name="Google Shape;910;p33"/>
          <p:cNvGrpSpPr/>
          <p:nvPr/>
        </p:nvGrpSpPr>
        <p:grpSpPr>
          <a:xfrm>
            <a:off x="10553375" y="296652"/>
            <a:ext cx="1195327" cy="479853"/>
            <a:chOff x="1899" y="899"/>
            <a:chExt cx="4165" cy="1672"/>
          </a:xfrm>
        </p:grpSpPr>
        <p:sp>
          <p:nvSpPr>
            <p:cNvPr id="911" name="Google Shape;911;p33"/>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12" name="Google Shape;912;p33"/>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13" name="Google Shape;913;p33"/>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14" name="Google Shape;914;p33"/>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15" name="Google Shape;915;p33"/>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16" name="Google Shape;916;p33"/>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17" name="Google Shape;917;p33"/>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18" name="Google Shape;918;p33"/>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19" name="Google Shape;919;p33"/>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20" name="Google Shape;920;p33"/>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21" name="Google Shape;921;p33"/>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22" name="Google Shape;922;p33"/>
            <p:cNvSpPr/>
            <p:nvPr/>
          </p:nvSpPr>
          <p:spPr>
            <a:xfrm>
              <a:off x="2762" y="2203"/>
              <a:ext cx="28"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23" name="Google Shape;923;p33"/>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24" name="Google Shape;924;p33"/>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25" name="Google Shape;925;p33"/>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26" name="Google Shape;926;p33"/>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27" name="Google Shape;927;p33"/>
            <p:cNvSpPr/>
            <p:nvPr/>
          </p:nvSpPr>
          <p:spPr>
            <a:xfrm>
              <a:off x="3203" y="2203"/>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28" name="Google Shape;928;p33"/>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29" name="Google Shape;929;p33"/>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30" name="Google Shape;930;p33"/>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31" name="Google Shape;931;p33"/>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32" name="Google Shape;932;p33"/>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33" name="Google Shape;933;p33"/>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34" name="Google Shape;934;p33"/>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35" name="Google Shape;935;p33"/>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36" name="Google Shape;936;p33"/>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37" name="Google Shape;937;p33"/>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38" name="Google Shape;938;p33"/>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39" name="Google Shape;939;p33"/>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40" name="Google Shape;940;p33"/>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41" name="Google Shape;941;p33"/>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42" name="Google Shape;942;p33"/>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43" name="Google Shape;943;p33"/>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44" name="Google Shape;944;p33"/>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45" name="Google Shape;945;p33"/>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46" name="Google Shape;946;p33"/>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47" name="Google Shape;947;p33"/>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48" name="Google Shape;948;p33"/>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49" name="Google Shape;949;p33"/>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50" name="Google Shape;950;p33"/>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51" name="Google Shape;951;p33"/>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52" name="Google Shape;952;p33"/>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53" name="Google Shape;953;p33"/>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54" name="Google Shape;954;p33"/>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55" name="Google Shape;955;p33"/>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56" name="Google Shape;956;p33"/>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57" name="Google Shape;957;p33"/>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58" name="Google Shape;958;p33"/>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59" name="Google Shape;959;p33"/>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60" name="Google Shape;960;p33"/>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61" name="Google Shape;961;p33"/>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62" name="Google Shape;962;p33"/>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63" name="Google Shape;963;p33"/>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64" name="Google Shape;964;p33"/>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65" name="Google Shape;965;p33"/>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66" name="Google Shape;966;p33"/>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67" name="Google Shape;967;p33"/>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68" name="Google Shape;968;p33"/>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69" name="Google Shape;969;p33"/>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70" name="Google Shape;970;p33"/>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71" name="Google Shape;971;p33"/>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72" name="Google Shape;972;p33"/>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73" name="Google Shape;973;p33"/>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74" name="Google Shape;974;p33"/>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75" name="Google Shape;975;p33"/>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76" name="Google Shape;976;p33"/>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77" name="Google Shape;977;p33"/>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78" name="Google Shape;978;p33"/>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79" name="Google Shape;979;p33"/>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80" name="Google Shape;980;p33"/>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81" name="Google Shape;981;p33"/>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82" name="Google Shape;982;p33"/>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83" name="Google Shape;983;p33"/>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84" name="Google Shape;984;p33"/>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85" name="Google Shape;985;p33"/>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86" name="Google Shape;986;p33"/>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87" name="Google Shape;987;p33"/>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88" name="Google Shape;988;p33"/>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89" name="Google Shape;989;p33"/>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90" name="Google Shape;990;p33"/>
            <p:cNvSpPr/>
            <p:nvPr/>
          </p:nvSpPr>
          <p:spPr>
            <a:xfrm>
              <a:off x="4838" y="2425"/>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91" name="Google Shape;991;p33"/>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92" name="Google Shape;992;p33"/>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93" name="Google Shape;993;p33"/>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94" name="Google Shape;994;p33"/>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95" name="Google Shape;995;p33"/>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96" name="Google Shape;996;p33"/>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97" name="Google Shape;997;p33"/>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98" name="Google Shape;998;p33"/>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999" name="Google Shape;999;p33"/>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00" name="Google Shape;1000;p33"/>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01" name="Google Shape;1001;p33"/>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02" name="Google Shape;1002;p33"/>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03" name="Google Shape;1003;p33"/>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1004" name="Google Shape;1004;p33"/>
            <p:cNvCxnSpPr/>
            <p:nvPr/>
          </p:nvCxnSpPr>
          <p:spPr>
            <a:xfrm>
              <a:off x="3964" y="2205"/>
              <a:ext cx="0" cy="366"/>
            </a:xfrm>
            <a:prstGeom prst="straightConnector1">
              <a:avLst/>
            </a:prstGeom>
            <a:solidFill>
              <a:schemeClr val="lt1"/>
            </a:solidFill>
            <a:ln w="14275" cap="flat" cmpd="sng">
              <a:solidFill>
                <a:schemeClr val="lt1"/>
              </a:solidFill>
              <a:prstDash val="solid"/>
              <a:miter lim="800000"/>
              <a:headEnd type="none" w="med" len="med"/>
              <a:tailEnd type="none" w="med" len="med"/>
            </a:ln>
          </p:spPr>
        </p:cxnSp>
      </p:grpSp>
      <p:grpSp>
        <p:nvGrpSpPr>
          <p:cNvPr id="1005" name="Google Shape;1005;p33"/>
          <p:cNvGrpSpPr/>
          <p:nvPr/>
        </p:nvGrpSpPr>
        <p:grpSpPr>
          <a:xfrm>
            <a:off x="-2040904" y="3988723"/>
            <a:ext cx="1872208" cy="2902681"/>
            <a:chOff x="6195941" y="562596"/>
            <a:chExt cx="1872208" cy="2902681"/>
          </a:xfrm>
        </p:grpSpPr>
        <p:grpSp>
          <p:nvGrpSpPr>
            <p:cNvPr id="1006" name="Google Shape;1006;p33"/>
            <p:cNvGrpSpPr/>
            <p:nvPr/>
          </p:nvGrpSpPr>
          <p:grpSpPr>
            <a:xfrm>
              <a:off x="6195941" y="832626"/>
              <a:ext cx="1872208" cy="2632651"/>
              <a:chOff x="-1872716" y="660661"/>
              <a:chExt cx="1872208" cy="1974490"/>
            </a:xfrm>
          </p:grpSpPr>
          <p:sp>
            <p:nvSpPr>
              <p:cNvPr id="1007" name="Google Shape;1007;p33"/>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008" name="Google Shape;1008;p33"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1009" name="Google Shape;1009;p33"/>
            <p:cNvGrpSpPr/>
            <p:nvPr/>
          </p:nvGrpSpPr>
          <p:grpSpPr>
            <a:xfrm>
              <a:off x="6303954" y="562596"/>
              <a:ext cx="540060" cy="540060"/>
              <a:chOff x="6303954" y="562596"/>
              <a:chExt cx="540060" cy="540060"/>
            </a:xfrm>
          </p:grpSpPr>
          <p:sp>
            <p:nvSpPr>
              <p:cNvPr id="1010" name="Google Shape;1010;p33"/>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1011" name="Google Shape;1011;p33" descr="increase_indent.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1012" name="Google Shape;1012;p33"/>
          <p:cNvSpPr/>
          <p:nvPr/>
        </p:nvSpPr>
        <p:spPr>
          <a:xfrm>
            <a:off x="7680176" y="3356992"/>
            <a:ext cx="4398729" cy="3080390"/>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chemeClr val="lt1">
              <a:alpha val="20000"/>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13" name="Google Shape;1013;p33"/>
          <p:cNvSpPr/>
          <p:nvPr/>
        </p:nvSpPr>
        <p:spPr>
          <a:xfrm>
            <a:off x="0" y="1587"/>
            <a:ext cx="9084331" cy="2539485"/>
          </a:xfrm>
          <a:custGeom>
            <a:avLst/>
            <a:gdLst/>
            <a:ahLst/>
            <a:cxnLst/>
            <a:rect l="l" t="t" r="r" b="b"/>
            <a:pathLst>
              <a:path w="12745" h="4169" extrusionOk="0">
                <a:moveTo>
                  <a:pt x="0" y="0"/>
                </a:moveTo>
                <a:lnTo>
                  <a:pt x="12745" y="0"/>
                </a:lnTo>
                <a:cubicBezTo>
                  <a:pt x="12602" y="54"/>
                  <a:pt x="12453" y="92"/>
                  <a:pt x="12309" y="143"/>
                </a:cubicBezTo>
                <a:cubicBezTo>
                  <a:pt x="11761" y="325"/>
                  <a:pt x="11223" y="566"/>
                  <a:pt x="10706" y="823"/>
                </a:cubicBezTo>
                <a:cubicBezTo>
                  <a:pt x="10540" y="913"/>
                  <a:pt x="10370" y="996"/>
                  <a:pt x="10206" y="1089"/>
                </a:cubicBezTo>
                <a:cubicBezTo>
                  <a:pt x="9498" y="1478"/>
                  <a:pt x="8825" y="1912"/>
                  <a:pt x="8143" y="2343"/>
                </a:cubicBezTo>
                <a:cubicBezTo>
                  <a:pt x="7530" y="2736"/>
                  <a:pt x="6917" y="3108"/>
                  <a:pt x="6263" y="3430"/>
                </a:cubicBezTo>
                <a:cubicBezTo>
                  <a:pt x="5581" y="3762"/>
                  <a:pt x="4857" y="4046"/>
                  <a:pt x="4100" y="4136"/>
                </a:cubicBezTo>
                <a:cubicBezTo>
                  <a:pt x="3871" y="4169"/>
                  <a:pt x="3647" y="4166"/>
                  <a:pt x="3417" y="4161"/>
                </a:cubicBezTo>
                <a:cubicBezTo>
                  <a:pt x="3053" y="4144"/>
                  <a:pt x="2694" y="4069"/>
                  <a:pt x="2351" y="3949"/>
                </a:cubicBezTo>
                <a:cubicBezTo>
                  <a:pt x="1742" y="3736"/>
                  <a:pt x="1194" y="3388"/>
                  <a:pt x="684" y="3000"/>
                </a:cubicBezTo>
                <a:cubicBezTo>
                  <a:pt x="462" y="2825"/>
                  <a:pt x="243" y="2656"/>
                  <a:pt x="0" y="2512"/>
                </a:cubicBezTo>
                <a:lnTo>
                  <a:pt x="0" y="0"/>
                </a:lnTo>
                <a:close/>
              </a:path>
            </a:pathLst>
          </a:custGeom>
          <a:solidFill>
            <a:schemeClr val="accent2">
              <a:alpha val="49803"/>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14" name="Google Shape;1014;p33"/>
          <p:cNvSpPr txBox="1">
            <a:spLocks noGrp="1"/>
          </p:cNvSpPr>
          <p:nvPr>
            <p:ph type="title"/>
          </p:nvPr>
        </p:nvSpPr>
        <p:spPr>
          <a:xfrm>
            <a:off x="514800" y="434983"/>
            <a:ext cx="4752528" cy="1255705"/>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28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5" name="Google Shape;1015;p33"/>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45F99494-39B2-4372-8A81-2247644133F9}"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016" name="Google Shape;1016;p33"/>
          <p:cNvSpPr txBox="1">
            <a:spLocks noGrp="1"/>
          </p:cNvSpPr>
          <p:nvPr>
            <p:ph type="body" idx="1"/>
          </p:nvPr>
        </p:nvSpPr>
        <p:spPr>
          <a:xfrm>
            <a:off x="514800" y="3104964"/>
            <a:ext cx="4752528" cy="2857754"/>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lt1"/>
              </a:buClr>
              <a:buSzPts val="2000"/>
              <a:buNone/>
              <a:defRPr>
                <a:solidFill>
                  <a:schemeClr val="lt1"/>
                </a:solidFill>
              </a:defRPr>
            </a:lvl1pPr>
            <a:lvl2pPr marL="914400" lvl="1" indent="-228600" algn="l">
              <a:lnSpc>
                <a:spcPct val="90000"/>
              </a:lnSpc>
              <a:spcBef>
                <a:spcPts val="400"/>
              </a:spcBef>
              <a:spcAft>
                <a:spcPts val="0"/>
              </a:spcAft>
              <a:buClr>
                <a:schemeClr val="lt1"/>
              </a:buClr>
              <a:buSzPts val="1800"/>
              <a:buNone/>
              <a:defRPr>
                <a:solidFill>
                  <a:schemeClr val="lt1"/>
                </a:solidFill>
              </a:defRPr>
            </a:lvl2pPr>
            <a:lvl3pPr marL="1371600" lvl="2" indent="-342900" algn="l">
              <a:lnSpc>
                <a:spcPct val="90000"/>
              </a:lnSpc>
              <a:spcBef>
                <a:spcPts val="400"/>
              </a:spcBef>
              <a:spcAft>
                <a:spcPts val="0"/>
              </a:spcAft>
              <a:buClr>
                <a:schemeClr val="lt1"/>
              </a:buClr>
              <a:buSzPts val="1800"/>
              <a:buChar char="•"/>
              <a:defRPr>
                <a:solidFill>
                  <a:schemeClr val="lt1"/>
                </a:solidFill>
              </a:defRPr>
            </a:lvl3pPr>
            <a:lvl4pPr marL="1828800" lvl="3" indent="-330200" algn="l">
              <a:lnSpc>
                <a:spcPct val="90000"/>
              </a:lnSpc>
              <a:spcBef>
                <a:spcPts val="400"/>
              </a:spcBef>
              <a:spcAft>
                <a:spcPts val="0"/>
              </a:spcAft>
              <a:buClr>
                <a:schemeClr val="lt1"/>
              </a:buClr>
              <a:buSzPts val="1600"/>
              <a:buChar char="•"/>
              <a:defRPr>
                <a:solidFill>
                  <a:schemeClr val="lt1"/>
                </a:solidFill>
              </a:defRPr>
            </a:lvl4pPr>
            <a:lvl5pPr marL="2286000" lvl="4" indent="-228600" algn="l">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017" name="Google Shape;1017;p33"/>
          <p:cNvGrpSpPr/>
          <p:nvPr/>
        </p:nvGrpSpPr>
        <p:grpSpPr>
          <a:xfrm>
            <a:off x="-2040904" y="871532"/>
            <a:ext cx="1368152" cy="2264265"/>
            <a:chOff x="-1836712" y="2937191"/>
            <a:chExt cx="1368152" cy="2264265"/>
          </a:xfrm>
        </p:grpSpPr>
        <p:pic>
          <p:nvPicPr>
            <p:cNvPr id="1018" name="Google Shape;1018;p33" descr="icon_camera_circle.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728699" y="2937191"/>
              <a:ext cx="640111" cy="640111"/>
            </a:xfrm>
            <a:prstGeom prst="rect">
              <a:avLst/>
            </a:prstGeom>
            <a:noFill/>
            <a:ln>
              <a:noFill/>
            </a:ln>
          </p:spPr>
        </p:pic>
        <p:sp>
          <p:nvSpPr>
            <p:cNvPr id="1019" name="Google Shape;1019;p33"/>
            <p:cNvSpPr txBox="1"/>
            <p:nvPr/>
          </p:nvSpPr>
          <p:spPr>
            <a:xfrm>
              <a:off x="-1836712" y="3677962"/>
              <a:ext cx="1368152" cy="152349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change the photographic image to the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&gt;Right Click over slide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&gt;format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&gt;picture or texture 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&gt;select image from  </a:t>
              </a:r>
              <a:b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b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  your file</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020" name="Google Shape;1020;p33"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28699" y="3245911"/>
              <a:ext cx="121592" cy="320113"/>
            </a:xfrm>
            <a:prstGeom prst="rect">
              <a:avLst/>
            </a:prstGeom>
            <a:noFill/>
            <a:ln>
              <a:noFill/>
            </a:ln>
          </p:spPr>
        </p:pic>
      </p:grpSp>
    </p:spTree>
    <p:extLst>
      <p:ext uri="{BB962C8B-B14F-4D97-AF65-F5344CB8AC3E}">
        <p14:creationId xmlns:p14="http://schemas.microsoft.com/office/powerpoint/2010/main" val="3509187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full image and content: Light blue">
  <p:cSld name="Title, full image and content: Light blue">
    <p:bg>
      <p:bgPr>
        <a:blipFill>
          <a:blip r:embed="rId2">
            <a:alphaModFix/>
          </a:blip>
          <a:stretch>
            <a:fillRect/>
          </a:stretch>
        </a:blipFill>
        <a:effectLst/>
      </p:bgPr>
    </p:bg>
    <p:spTree>
      <p:nvGrpSpPr>
        <p:cNvPr id="1" name="Shape 1021"/>
        <p:cNvGrpSpPr/>
        <p:nvPr/>
      </p:nvGrpSpPr>
      <p:grpSpPr>
        <a:xfrm>
          <a:off x="0" y="0"/>
          <a:ext cx="0" cy="0"/>
          <a:chOff x="0" y="0"/>
          <a:chExt cx="0" cy="0"/>
        </a:xfrm>
      </p:grpSpPr>
      <p:sp>
        <p:nvSpPr>
          <p:cNvPr id="1022" name="Google Shape;1022;p34"/>
          <p:cNvSpPr/>
          <p:nvPr/>
        </p:nvSpPr>
        <p:spPr>
          <a:xfrm rot="5400000" flipH="1">
            <a:off x="699195" y="-699045"/>
            <a:ext cx="6858001" cy="8256086"/>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23" name="Google Shape;1023;p34"/>
          <p:cNvSpPr/>
          <p:nvPr/>
        </p:nvSpPr>
        <p:spPr>
          <a:xfrm rot="10800000" flipH="1">
            <a:off x="0" y="0"/>
            <a:ext cx="12192000" cy="2039622"/>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024" name="Google Shape;1024;p34"/>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025" name="Google Shape;1025;p34"/>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grpSp>
        <p:nvGrpSpPr>
          <p:cNvPr id="1026" name="Google Shape;1026;p34"/>
          <p:cNvGrpSpPr/>
          <p:nvPr/>
        </p:nvGrpSpPr>
        <p:grpSpPr>
          <a:xfrm>
            <a:off x="10553375" y="296652"/>
            <a:ext cx="1195327" cy="479853"/>
            <a:chOff x="1899" y="899"/>
            <a:chExt cx="4165" cy="1672"/>
          </a:xfrm>
        </p:grpSpPr>
        <p:sp>
          <p:nvSpPr>
            <p:cNvPr id="1027" name="Google Shape;1027;p34"/>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28" name="Google Shape;1028;p34"/>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29" name="Google Shape;1029;p34"/>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30" name="Google Shape;1030;p34"/>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31" name="Google Shape;1031;p34"/>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32" name="Google Shape;1032;p34"/>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33" name="Google Shape;1033;p34"/>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34" name="Google Shape;1034;p34"/>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35" name="Google Shape;1035;p34"/>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36" name="Google Shape;1036;p34"/>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37" name="Google Shape;1037;p34"/>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38" name="Google Shape;1038;p34"/>
            <p:cNvSpPr/>
            <p:nvPr/>
          </p:nvSpPr>
          <p:spPr>
            <a:xfrm>
              <a:off x="2762" y="2203"/>
              <a:ext cx="28"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39" name="Google Shape;1039;p34"/>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40" name="Google Shape;1040;p34"/>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41" name="Google Shape;1041;p34"/>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42" name="Google Shape;1042;p34"/>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43" name="Google Shape;1043;p34"/>
            <p:cNvSpPr/>
            <p:nvPr/>
          </p:nvSpPr>
          <p:spPr>
            <a:xfrm>
              <a:off x="3203" y="2203"/>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44" name="Google Shape;1044;p34"/>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45" name="Google Shape;1045;p34"/>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46" name="Google Shape;1046;p34"/>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47" name="Google Shape;1047;p34"/>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48" name="Google Shape;1048;p34"/>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49" name="Google Shape;1049;p34"/>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50" name="Google Shape;1050;p34"/>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51" name="Google Shape;1051;p34"/>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52" name="Google Shape;1052;p34"/>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53" name="Google Shape;1053;p34"/>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54" name="Google Shape;1054;p34"/>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55" name="Google Shape;1055;p34"/>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56" name="Google Shape;1056;p34"/>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57" name="Google Shape;1057;p34"/>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58" name="Google Shape;1058;p34"/>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59" name="Google Shape;1059;p34"/>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60" name="Google Shape;1060;p34"/>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61" name="Google Shape;1061;p34"/>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62" name="Google Shape;1062;p34"/>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63" name="Google Shape;1063;p34"/>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64" name="Google Shape;1064;p34"/>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65" name="Google Shape;1065;p34"/>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66" name="Google Shape;1066;p34"/>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67" name="Google Shape;1067;p34"/>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68" name="Google Shape;1068;p34"/>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69" name="Google Shape;1069;p34"/>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70" name="Google Shape;1070;p34"/>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71" name="Google Shape;1071;p34"/>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72" name="Google Shape;1072;p34"/>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73" name="Google Shape;1073;p34"/>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74" name="Google Shape;1074;p34"/>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75" name="Google Shape;1075;p34"/>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76" name="Google Shape;1076;p34"/>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77" name="Google Shape;1077;p34"/>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78" name="Google Shape;1078;p34"/>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79" name="Google Shape;1079;p34"/>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80" name="Google Shape;1080;p34"/>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81" name="Google Shape;1081;p34"/>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82" name="Google Shape;1082;p34"/>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83" name="Google Shape;1083;p34"/>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84" name="Google Shape;1084;p34"/>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85" name="Google Shape;1085;p34"/>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86" name="Google Shape;1086;p34"/>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87" name="Google Shape;1087;p34"/>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88" name="Google Shape;1088;p34"/>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89" name="Google Shape;1089;p34"/>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90" name="Google Shape;1090;p34"/>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91" name="Google Shape;1091;p34"/>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92" name="Google Shape;1092;p34"/>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93" name="Google Shape;1093;p34"/>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94" name="Google Shape;1094;p34"/>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95" name="Google Shape;1095;p34"/>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96" name="Google Shape;1096;p34"/>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97" name="Google Shape;1097;p34"/>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98" name="Google Shape;1098;p34"/>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099" name="Google Shape;1099;p34"/>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00" name="Google Shape;1100;p34"/>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01" name="Google Shape;1101;p34"/>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02" name="Google Shape;1102;p34"/>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03" name="Google Shape;1103;p34"/>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04" name="Google Shape;1104;p34"/>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05" name="Google Shape;1105;p34"/>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06" name="Google Shape;1106;p34"/>
            <p:cNvSpPr/>
            <p:nvPr/>
          </p:nvSpPr>
          <p:spPr>
            <a:xfrm>
              <a:off x="4838" y="2425"/>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07" name="Google Shape;1107;p34"/>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08" name="Google Shape;1108;p34"/>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09" name="Google Shape;1109;p34"/>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10" name="Google Shape;1110;p34"/>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11" name="Google Shape;1111;p34"/>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12" name="Google Shape;1112;p34"/>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13" name="Google Shape;1113;p34"/>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14" name="Google Shape;1114;p34"/>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15" name="Google Shape;1115;p34"/>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16" name="Google Shape;1116;p34"/>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17" name="Google Shape;1117;p34"/>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18" name="Google Shape;1118;p34"/>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19" name="Google Shape;1119;p34"/>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1120" name="Google Shape;1120;p34"/>
            <p:cNvCxnSpPr/>
            <p:nvPr/>
          </p:nvCxnSpPr>
          <p:spPr>
            <a:xfrm>
              <a:off x="3964" y="2205"/>
              <a:ext cx="0" cy="366"/>
            </a:xfrm>
            <a:prstGeom prst="straightConnector1">
              <a:avLst/>
            </a:prstGeom>
            <a:solidFill>
              <a:schemeClr val="lt1"/>
            </a:solidFill>
            <a:ln w="14275" cap="flat" cmpd="sng">
              <a:solidFill>
                <a:schemeClr val="lt1"/>
              </a:solidFill>
              <a:prstDash val="solid"/>
              <a:miter lim="800000"/>
              <a:headEnd type="none" w="med" len="med"/>
              <a:tailEnd type="none" w="med" len="med"/>
            </a:ln>
          </p:spPr>
        </p:cxnSp>
      </p:grpSp>
      <p:grpSp>
        <p:nvGrpSpPr>
          <p:cNvPr id="1121" name="Google Shape;1121;p34"/>
          <p:cNvGrpSpPr/>
          <p:nvPr/>
        </p:nvGrpSpPr>
        <p:grpSpPr>
          <a:xfrm>
            <a:off x="-2040904" y="3988723"/>
            <a:ext cx="1872208" cy="2902681"/>
            <a:chOff x="6195941" y="562596"/>
            <a:chExt cx="1872208" cy="2902681"/>
          </a:xfrm>
        </p:grpSpPr>
        <p:grpSp>
          <p:nvGrpSpPr>
            <p:cNvPr id="1122" name="Google Shape;1122;p34"/>
            <p:cNvGrpSpPr/>
            <p:nvPr/>
          </p:nvGrpSpPr>
          <p:grpSpPr>
            <a:xfrm>
              <a:off x="6195941" y="832626"/>
              <a:ext cx="1872208" cy="2632651"/>
              <a:chOff x="-1872716" y="660661"/>
              <a:chExt cx="1872208" cy="1974490"/>
            </a:xfrm>
          </p:grpSpPr>
          <p:sp>
            <p:nvSpPr>
              <p:cNvPr id="1123" name="Google Shape;1123;p34"/>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124" name="Google Shape;1124;p34"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1125" name="Google Shape;1125;p34"/>
            <p:cNvGrpSpPr/>
            <p:nvPr/>
          </p:nvGrpSpPr>
          <p:grpSpPr>
            <a:xfrm>
              <a:off x="6303954" y="562596"/>
              <a:ext cx="540060" cy="540060"/>
              <a:chOff x="6303954" y="562596"/>
              <a:chExt cx="540060" cy="540060"/>
            </a:xfrm>
          </p:grpSpPr>
          <p:sp>
            <p:nvSpPr>
              <p:cNvPr id="1126" name="Google Shape;1126;p34"/>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1127" name="Google Shape;1127;p34" descr="increase_indent.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1128" name="Google Shape;1128;p34"/>
          <p:cNvSpPr/>
          <p:nvPr/>
        </p:nvSpPr>
        <p:spPr>
          <a:xfrm>
            <a:off x="7680176" y="3356992"/>
            <a:ext cx="4398729" cy="3080390"/>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chemeClr val="lt1">
              <a:alpha val="20000"/>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29" name="Google Shape;1129;p34"/>
          <p:cNvSpPr/>
          <p:nvPr/>
        </p:nvSpPr>
        <p:spPr>
          <a:xfrm>
            <a:off x="0" y="1587"/>
            <a:ext cx="9084331" cy="2539485"/>
          </a:xfrm>
          <a:custGeom>
            <a:avLst/>
            <a:gdLst/>
            <a:ahLst/>
            <a:cxnLst/>
            <a:rect l="l" t="t" r="r" b="b"/>
            <a:pathLst>
              <a:path w="12745" h="4169" extrusionOk="0">
                <a:moveTo>
                  <a:pt x="0" y="0"/>
                </a:moveTo>
                <a:lnTo>
                  <a:pt x="12745" y="0"/>
                </a:lnTo>
                <a:cubicBezTo>
                  <a:pt x="12602" y="54"/>
                  <a:pt x="12453" y="92"/>
                  <a:pt x="12309" y="143"/>
                </a:cubicBezTo>
                <a:cubicBezTo>
                  <a:pt x="11761" y="325"/>
                  <a:pt x="11223" y="566"/>
                  <a:pt x="10706" y="823"/>
                </a:cubicBezTo>
                <a:cubicBezTo>
                  <a:pt x="10540" y="913"/>
                  <a:pt x="10370" y="996"/>
                  <a:pt x="10206" y="1089"/>
                </a:cubicBezTo>
                <a:cubicBezTo>
                  <a:pt x="9498" y="1478"/>
                  <a:pt x="8825" y="1912"/>
                  <a:pt x="8143" y="2343"/>
                </a:cubicBezTo>
                <a:cubicBezTo>
                  <a:pt x="7530" y="2736"/>
                  <a:pt x="6917" y="3108"/>
                  <a:pt x="6263" y="3430"/>
                </a:cubicBezTo>
                <a:cubicBezTo>
                  <a:pt x="5581" y="3762"/>
                  <a:pt x="4857" y="4046"/>
                  <a:pt x="4100" y="4136"/>
                </a:cubicBezTo>
                <a:cubicBezTo>
                  <a:pt x="3871" y="4169"/>
                  <a:pt x="3647" y="4166"/>
                  <a:pt x="3417" y="4161"/>
                </a:cubicBezTo>
                <a:cubicBezTo>
                  <a:pt x="3053" y="4144"/>
                  <a:pt x="2694" y="4069"/>
                  <a:pt x="2351" y="3949"/>
                </a:cubicBezTo>
                <a:cubicBezTo>
                  <a:pt x="1742" y="3736"/>
                  <a:pt x="1194" y="3388"/>
                  <a:pt x="684" y="3000"/>
                </a:cubicBezTo>
                <a:cubicBezTo>
                  <a:pt x="462" y="2825"/>
                  <a:pt x="243" y="2656"/>
                  <a:pt x="0" y="2512"/>
                </a:cubicBezTo>
                <a:lnTo>
                  <a:pt x="0" y="0"/>
                </a:lnTo>
                <a:close/>
              </a:path>
            </a:pathLst>
          </a:custGeom>
          <a:solidFill>
            <a:schemeClr val="accent3">
              <a:alpha val="49803"/>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30" name="Google Shape;1130;p34"/>
          <p:cNvSpPr txBox="1">
            <a:spLocks noGrp="1"/>
          </p:cNvSpPr>
          <p:nvPr>
            <p:ph type="title"/>
          </p:nvPr>
        </p:nvSpPr>
        <p:spPr>
          <a:xfrm>
            <a:off x="514800" y="434983"/>
            <a:ext cx="4752528" cy="1255705"/>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28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1" name="Google Shape;1131;p34"/>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C9C015BE-60B3-4219-857B-8BAE2DBEC079}"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132" name="Google Shape;1132;p34"/>
          <p:cNvSpPr txBox="1">
            <a:spLocks noGrp="1"/>
          </p:cNvSpPr>
          <p:nvPr>
            <p:ph type="body" idx="1"/>
          </p:nvPr>
        </p:nvSpPr>
        <p:spPr>
          <a:xfrm>
            <a:off x="514800" y="3104964"/>
            <a:ext cx="4752528" cy="2857754"/>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lt1"/>
              </a:buClr>
              <a:buSzPts val="2000"/>
              <a:buNone/>
              <a:defRPr>
                <a:solidFill>
                  <a:schemeClr val="lt1"/>
                </a:solidFill>
              </a:defRPr>
            </a:lvl1pPr>
            <a:lvl2pPr marL="914400" lvl="1" indent="-228600" algn="l">
              <a:lnSpc>
                <a:spcPct val="90000"/>
              </a:lnSpc>
              <a:spcBef>
                <a:spcPts val="400"/>
              </a:spcBef>
              <a:spcAft>
                <a:spcPts val="0"/>
              </a:spcAft>
              <a:buClr>
                <a:schemeClr val="lt1"/>
              </a:buClr>
              <a:buSzPts val="1800"/>
              <a:buNone/>
              <a:defRPr>
                <a:solidFill>
                  <a:schemeClr val="lt1"/>
                </a:solidFill>
              </a:defRPr>
            </a:lvl2pPr>
            <a:lvl3pPr marL="1371600" lvl="2" indent="-342900" algn="l">
              <a:lnSpc>
                <a:spcPct val="90000"/>
              </a:lnSpc>
              <a:spcBef>
                <a:spcPts val="400"/>
              </a:spcBef>
              <a:spcAft>
                <a:spcPts val="0"/>
              </a:spcAft>
              <a:buClr>
                <a:schemeClr val="lt1"/>
              </a:buClr>
              <a:buSzPts val="1800"/>
              <a:buChar char="•"/>
              <a:defRPr>
                <a:solidFill>
                  <a:schemeClr val="lt1"/>
                </a:solidFill>
              </a:defRPr>
            </a:lvl3pPr>
            <a:lvl4pPr marL="1828800" lvl="3" indent="-330200" algn="l">
              <a:lnSpc>
                <a:spcPct val="90000"/>
              </a:lnSpc>
              <a:spcBef>
                <a:spcPts val="400"/>
              </a:spcBef>
              <a:spcAft>
                <a:spcPts val="0"/>
              </a:spcAft>
              <a:buClr>
                <a:schemeClr val="lt1"/>
              </a:buClr>
              <a:buSzPts val="1600"/>
              <a:buChar char="•"/>
              <a:defRPr>
                <a:solidFill>
                  <a:schemeClr val="lt1"/>
                </a:solidFill>
              </a:defRPr>
            </a:lvl4pPr>
            <a:lvl5pPr marL="2286000" lvl="4" indent="-228600" algn="l">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133" name="Google Shape;1133;p34"/>
          <p:cNvGrpSpPr/>
          <p:nvPr/>
        </p:nvGrpSpPr>
        <p:grpSpPr>
          <a:xfrm>
            <a:off x="-2040904" y="871532"/>
            <a:ext cx="1368152" cy="2264265"/>
            <a:chOff x="-1836712" y="2937191"/>
            <a:chExt cx="1368152" cy="2264265"/>
          </a:xfrm>
        </p:grpSpPr>
        <p:pic>
          <p:nvPicPr>
            <p:cNvPr id="1134" name="Google Shape;1134;p34" descr="icon_camera_circle.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728699" y="2937191"/>
              <a:ext cx="640111" cy="640111"/>
            </a:xfrm>
            <a:prstGeom prst="rect">
              <a:avLst/>
            </a:prstGeom>
            <a:noFill/>
            <a:ln>
              <a:noFill/>
            </a:ln>
          </p:spPr>
        </p:pic>
        <p:sp>
          <p:nvSpPr>
            <p:cNvPr id="1135" name="Google Shape;1135;p34"/>
            <p:cNvSpPr txBox="1"/>
            <p:nvPr/>
          </p:nvSpPr>
          <p:spPr>
            <a:xfrm>
              <a:off x="-1836712" y="3677962"/>
              <a:ext cx="1368152" cy="152349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change the photographic image to the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&gt;Right Click over slide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&gt;format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&gt;picture or texture 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&gt;select image from  </a:t>
              </a:r>
              <a:b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b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  your file</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136" name="Google Shape;1136;p34"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28699" y="3245911"/>
              <a:ext cx="121592" cy="320113"/>
            </a:xfrm>
            <a:prstGeom prst="rect">
              <a:avLst/>
            </a:prstGeom>
            <a:noFill/>
            <a:ln>
              <a:noFill/>
            </a:ln>
          </p:spPr>
        </p:pic>
      </p:grpSp>
    </p:spTree>
    <p:extLst>
      <p:ext uri="{BB962C8B-B14F-4D97-AF65-F5344CB8AC3E}">
        <p14:creationId xmlns:p14="http://schemas.microsoft.com/office/powerpoint/2010/main" val="4244900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full image and content: Light green">
  <p:cSld name="Title, full image and content: Light green">
    <p:bg>
      <p:bgPr>
        <a:blipFill>
          <a:blip r:embed="rId2">
            <a:alphaModFix/>
          </a:blip>
          <a:stretch>
            <a:fillRect/>
          </a:stretch>
        </a:blipFill>
        <a:effectLst/>
      </p:bgPr>
    </p:bg>
    <p:spTree>
      <p:nvGrpSpPr>
        <p:cNvPr id="1" name="Shape 1137"/>
        <p:cNvGrpSpPr/>
        <p:nvPr/>
      </p:nvGrpSpPr>
      <p:grpSpPr>
        <a:xfrm>
          <a:off x="0" y="0"/>
          <a:ext cx="0" cy="0"/>
          <a:chOff x="0" y="0"/>
          <a:chExt cx="0" cy="0"/>
        </a:xfrm>
      </p:grpSpPr>
      <p:sp>
        <p:nvSpPr>
          <p:cNvPr id="1138" name="Google Shape;1138;p35"/>
          <p:cNvSpPr/>
          <p:nvPr/>
        </p:nvSpPr>
        <p:spPr>
          <a:xfrm rot="5400000" flipH="1">
            <a:off x="699195" y="-699045"/>
            <a:ext cx="6858001" cy="8256086"/>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139" name="Google Shape;1139;p35"/>
          <p:cNvSpPr/>
          <p:nvPr/>
        </p:nvSpPr>
        <p:spPr>
          <a:xfrm rot="10800000" flipH="1">
            <a:off x="0" y="0"/>
            <a:ext cx="12192000" cy="2039622"/>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140" name="Google Shape;1140;p35"/>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141" name="Google Shape;1141;p35"/>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grpSp>
        <p:nvGrpSpPr>
          <p:cNvPr id="1142" name="Google Shape;1142;p35"/>
          <p:cNvGrpSpPr/>
          <p:nvPr/>
        </p:nvGrpSpPr>
        <p:grpSpPr>
          <a:xfrm>
            <a:off x="10553375" y="296652"/>
            <a:ext cx="1195327" cy="479853"/>
            <a:chOff x="1899" y="899"/>
            <a:chExt cx="4165" cy="1672"/>
          </a:xfrm>
        </p:grpSpPr>
        <p:sp>
          <p:nvSpPr>
            <p:cNvPr id="1143" name="Google Shape;1143;p35"/>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44" name="Google Shape;1144;p35"/>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45" name="Google Shape;1145;p35"/>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46" name="Google Shape;1146;p35"/>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47" name="Google Shape;1147;p35"/>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48" name="Google Shape;1148;p35"/>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49" name="Google Shape;1149;p35"/>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50" name="Google Shape;1150;p35"/>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51" name="Google Shape;1151;p35"/>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52" name="Google Shape;1152;p35"/>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53" name="Google Shape;1153;p35"/>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54" name="Google Shape;1154;p35"/>
            <p:cNvSpPr/>
            <p:nvPr/>
          </p:nvSpPr>
          <p:spPr>
            <a:xfrm>
              <a:off x="2762" y="2203"/>
              <a:ext cx="28"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55" name="Google Shape;1155;p35"/>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56" name="Google Shape;1156;p35"/>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57" name="Google Shape;1157;p35"/>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58" name="Google Shape;1158;p35"/>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59" name="Google Shape;1159;p35"/>
            <p:cNvSpPr/>
            <p:nvPr/>
          </p:nvSpPr>
          <p:spPr>
            <a:xfrm>
              <a:off x="3203" y="2203"/>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60" name="Google Shape;1160;p35"/>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61" name="Google Shape;1161;p35"/>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62" name="Google Shape;1162;p35"/>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63" name="Google Shape;1163;p35"/>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64" name="Google Shape;1164;p35"/>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65" name="Google Shape;1165;p35"/>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66" name="Google Shape;1166;p35"/>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67" name="Google Shape;1167;p35"/>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68" name="Google Shape;1168;p35"/>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69" name="Google Shape;1169;p35"/>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70" name="Google Shape;1170;p35"/>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71" name="Google Shape;1171;p35"/>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72" name="Google Shape;1172;p35"/>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73" name="Google Shape;1173;p35"/>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74" name="Google Shape;1174;p35"/>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75" name="Google Shape;1175;p35"/>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76" name="Google Shape;1176;p35"/>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77" name="Google Shape;1177;p35"/>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78" name="Google Shape;1178;p35"/>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79" name="Google Shape;1179;p35"/>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80" name="Google Shape;1180;p35"/>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81" name="Google Shape;1181;p35"/>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82" name="Google Shape;1182;p35"/>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83" name="Google Shape;1183;p35"/>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84" name="Google Shape;1184;p35"/>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85" name="Google Shape;1185;p35"/>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86" name="Google Shape;1186;p35"/>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87" name="Google Shape;1187;p35"/>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88" name="Google Shape;1188;p35"/>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89" name="Google Shape;1189;p35"/>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90" name="Google Shape;1190;p35"/>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91" name="Google Shape;1191;p35"/>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92" name="Google Shape;1192;p35"/>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93" name="Google Shape;1193;p35"/>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94" name="Google Shape;1194;p35"/>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95" name="Google Shape;1195;p35"/>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96" name="Google Shape;1196;p35"/>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97" name="Google Shape;1197;p35"/>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98" name="Google Shape;1198;p35"/>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199" name="Google Shape;1199;p35"/>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00" name="Google Shape;1200;p35"/>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01" name="Google Shape;1201;p35"/>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02" name="Google Shape;1202;p35"/>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03" name="Google Shape;1203;p35"/>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04" name="Google Shape;1204;p35"/>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05" name="Google Shape;1205;p35"/>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06" name="Google Shape;1206;p35"/>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07" name="Google Shape;1207;p35"/>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08" name="Google Shape;1208;p35"/>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09" name="Google Shape;1209;p35"/>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10" name="Google Shape;1210;p35"/>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11" name="Google Shape;1211;p35"/>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12" name="Google Shape;1212;p35"/>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13" name="Google Shape;1213;p35"/>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14" name="Google Shape;1214;p35"/>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15" name="Google Shape;1215;p35"/>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16" name="Google Shape;1216;p35"/>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17" name="Google Shape;1217;p35"/>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18" name="Google Shape;1218;p35"/>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19" name="Google Shape;1219;p35"/>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20" name="Google Shape;1220;p35"/>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21" name="Google Shape;1221;p35"/>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22" name="Google Shape;1222;p35"/>
            <p:cNvSpPr/>
            <p:nvPr/>
          </p:nvSpPr>
          <p:spPr>
            <a:xfrm>
              <a:off x="4838" y="2425"/>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23" name="Google Shape;1223;p35"/>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24" name="Google Shape;1224;p35"/>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25" name="Google Shape;1225;p35"/>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26" name="Google Shape;1226;p35"/>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27" name="Google Shape;1227;p35"/>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28" name="Google Shape;1228;p35"/>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29" name="Google Shape;1229;p35"/>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30" name="Google Shape;1230;p35"/>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31" name="Google Shape;1231;p35"/>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32" name="Google Shape;1232;p35"/>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33" name="Google Shape;1233;p35"/>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34" name="Google Shape;1234;p35"/>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35" name="Google Shape;1235;p35"/>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1236" name="Google Shape;1236;p35"/>
            <p:cNvCxnSpPr/>
            <p:nvPr/>
          </p:nvCxnSpPr>
          <p:spPr>
            <a:xfrm>
              <a:off x="3964" y="2205"/>
              <a:ext cx="0" cy="366"/>
            </a:xfrm>
            <a:prstGeom prst="straightConnector1">
              <a:avLst/>
            </a:prstGeom>
            <a:solidFill>
              <a:schemeClr val="lt1"/>
            </a:solidFill>
            <a:ln w="14275" cap="flat" cmpd="sng">
              <a:solidFill>
                <a:schemeClr val="lt1"/>
              </a:solidFill>
              <a:prstDash val="solid"/>
              <a:miter lim="800000"/>
              <a:headEnd type="none" w="med" len="med"/>
              <a:tailEnd type="none" w="med" len="med"/>
            </a:ln>
          </p:spPr>
        </p:cxnSp>
      </p:grpSp>
      <p:grpSp>
        <p:nvGrpSpPr>
          <p:cNvPr id="1237" name="Google Shape;1237;p35"/>
          <p:cNvGrpSpPr/>
          <p:nvPr/>
        </p:nvGrpSpPr>
        <p:grpSpPr>
          <a:xfrm>
            <a:off x="-2040904" y="3988723"/>
            <a:ext cx="1872208" cy="2902681"/>
            <a:chOff x="6195941" y="562596"/>
            <a:chExt cx="1872208" cy="2902681"/>
          </a:xfrm>
        </p:grpSpPr>
        <p:grpSp>
          <p:nvGrpSpPr>
            <p:cNvPr id="1238" name="Google Shape;1238;p35"/>
            <p:cNvGrpSpPr/>
            <p:nvPr/>
          </p:nvGrpSpPr>
          <p:grpSpPr>
            <a:xfrm>
              <a:off x="6195941" y="832626"/>
              <a:ext cx="1872208" cy="2632651"/>
              <a:chOff x="-1872716" y="660661"/>
              <a:chExt cx="1872208" cy="1974490"/>
            </a:xfrm>
          </p:grpSpPr>
          <p:sp>
            <p:nvSpPr>
              <p:cNvPr id="1239" name="Google Shape;1239;p35"/>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240" name="Google Shape;1240;p35"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1241" name="Google Shape;1241;p35"/>
            <p:cNvGrpSpPr/>
            <p:nvPr/>
          </p:nvGrpSpPr>
          <p:grpSpPr>
            <a:xfrm>
              <a:off x="6303954" y="562596"/>
              <a:ext cx="540060" cy="540060"/>
              <a:chOff x="6303954" y="562596"/>
              <a:chExt cx="540060" cy="540060"/>
            </a:xfrm>
          </p:grpSpPr>
          <p:sp>
            <p:nvSpPr>
              <p:cNvPr id="1242" name="Google Shape;1242;p35"/>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1243" name="Google Shape;1243;p35" descr="increase_indent.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1244" name="Google Shape;1244;p35"/>
          <p:cNvSpPr/>
          <p:nvPr/>
        </p:nvSpPr>
        <p:spPr>
          <a:xfrm>
            <a:off x="7680176" y="3356992"/>
            <a:ext cx="4398729" cy="3080390"/>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chemeClr val="lt1">
              <a:alpha val="20000"/>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45" name="Google Shape;1245;p35"/>
          <p:cNvSpPr/>
          <p:nvPr/>
        </p:nvSpPr>
        <p:spPr>
          <a:xfrm>
            <a:off x="0" y="1587"/>
            <a:ext cx="9084331" cy="2539485"/>
          </a:xfrm>
          <a:custGeom>
            <a:avLst/>
            <a:gdLst/>
            <a:ahLst/>
            <a:cxnLst/>
            <a:rect l="l" t="t" r="r" b="b"/>
            <a:pathLst>
              <a:path w="12745" h="4169" extrusionOk="0">
                <a:moveTo>
                  <a:pt x="0" y="0"/>
                </a:moveTo>
                <a:lnTo>
                  <a:pt x="12745" y="0"/>
                </a:lnTo>
                <a:cubicBezTo>
                  <a:pt x="12602" y="54"/>
                  <a:pt x="12453" y="92"/>
                  <a:pt x="12309" y="143"/>
                </a:cubicBezTo>
                <a:cubicBezTo>
                  <a:pt x="11761" y="325"/>
                  <a:pt x="11223" y="566"/>
                  <a:pt x="10706" y="823"/>
                </a:cubicBezTo>
                <a:cubicBezTo>
                  <a:pt x="10540" y="913"/>
                  <a:pt x="10370" y="996"/>
                  <a:pt x="10206" y="1089"/>
                </a:cubicBezTo>
                <a:cubicBezTo>
                  <a:pt x="9498" y="1478"/>
                  <a:pt x="8825" y="1912"/>
                  <a:pt x="8143" y="2343"/>
                </a:cubicBezTo>
                <a:cubicBezTo>
                  <a:pt x="7530" y="2736"/>
                  <a:pt x="6917" y="3108"/>
                  <a:pt x="6263" y="3430"/>
                </a:cubicBezTo>
                <a:cubicBezTo>
                  <a:pt x="5581" y="3762"/>
                  <a:pt x="4857" y="4046"/>
                  <a:pt x="4100" y="4136"/>
                </a:cubicBezTo>
                <a:cubicBezTo>
                  <a:pt x="3871" y="4169"/>
                  <a:pt x="3647" y="4166"/>
                  <a:pt x="3417" y="4161"/>
                </a:cubicBezTo>
                <a:cubicBezTo>
                  <a:pt x="3053" y="4144"/>
                  <a:pt x="2694" y="4069"/>
                  <a:pt x="2351" y="3949"/>
                </a:cubicBezTo>
                <a:cubicBezTo>
                  <a:pt x="1742" y="3736"/>
                  <a:pt x="1194" y="3388"/>
                  <a:pt x="684" y="3000"/>
                </a:cubicBezTo>
                <a:cubicBezTo>
                  <a:pt x="462" y="2825"/>
                  <a:pt x="243" y="2656"/>
                  <a:pt x="0" y="2512"/>
                </a:cubicBezTo>
                <a:lnTo>
                  <a:pt x="0" y="0"/>
                </a:lnTo>
                <a:close/>
              </a:path>
            </a:pathLst>
          </a:custGeom>
          <a:solidFill>
            <a:schemeClr val="accent4">
              <a:alpha val="49803"/>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46" name="Google Shape;1246;p35"/>
          <p:cNvSpPr txBox="1">
            <a:spLocks noGrp="1"/>
          </p:cNvSpPr>
          <p:nvPr>
            <p:ph type="title"/>
          </p:nvPr>
        </p:nvSpPr>
        <p:spPr>
          <a:xfrm>
            <a:off x="514800" y="434983"/>
            <a:ext cx="4752528" cy="1255705"/>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28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7" name="Google Shape;1247;p35"/>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497A1CD-EF39-4059-AB29-EEA55375211B}"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248" name="Google Shape;1248;p35"/>
          <p:cNvSpPr txBox="1">
            <a:spLocks noGrp="1"/>
          </p:cNvSpPr>
          <p:nvPr>
            <p:ph type="body" idx="1"/>
          </p:nvPr>
        </p:nvSpPr>
        <p:spPr>
          <a:xfrm>
            <a:off x="514800" y="3104964"/>
            <a:ext cx="4752528" cy="2857754"/>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lt1"/>
              </a:buClr>
              <a:buSzPts val="2000"/>
              <a:buNone/>
              <a:defRPr>
                <a:solidFill>
                  <a:schemeClr val="lt1"/>
                </a:solidFill>
              </a:defRPr>
            </a:lvl1pPr>
            <a:lvl2pPr marL="914400" lvl="1" indent="-228600" algn="l">
              <a:lnSpc>
                <a:spcPct val="90000"/>
              </a:lnSpc>
              <a:spcBef>
                <a:spcPts val="400"/>
              </a:spcBef>
              <a:spcAft>
                <a:spcPts val="0"/>
              </a:spcAft>
              <a:buClr>
                <a:schemeClr val="lt1"/>
              </a:buClr>
              <a:buSzPts val="1800"/>
              <a:buNone/>
              <a:defRPr>
                <a:solidFill>
                  <a:schemeClr val="lt1"/>
                </a:solidFill>
              </a:defRPr>
            </a:lvl2pPr>
            <a:lvl3pPr marL="1371600" lvl="2" indent="-342900" algn="l">
              <a:lnSpc>
                <a:spcPct val="90000"/>
              </a:lnSpc>
              <a:spcBef>
                <a:spcPts val="400"/>
              </a:spcBef>
              <a:spcAft>
                <a:spcPts val="0"/>
              </a:spcAft>
              <a:buClr>
                <a:schemeClr val="lt1"/>
              </a:buClr>
              <a:buSzPts val="1800"/>
              <a:buChar char="•"/>
              <a:defRPr>
                <a:solidFill>
                  <a:schemeClr val="lt1"/>
                </a:solidFill>
              </a:defRPr>
            </a:lvl3pPr>
            <a:lvl4pPr marL="1828800" lvl="3" indent="-330200" algn="l">
              <a:lnSpc>
                <a:spcPct val="90000"/>
              </a:lnSpc>
              <a:spcBef>
                <a:spcPts val="400"/>
              </a:spcBef>
              <a:spcAft>
                <a:spcPts val="0"/>
              </a:spcAft>
              <a:buClr>
                <a:schemeClr val="lt1"/>
              </a:buClr>
              <a:buSzPts val="1600"/>
              <a:buChar char="•"/>
              <a:defRPr>
                <a:solidFill>
                  <a:schemeClr val="lt1"/>
                </a:solidFill>
              </a:defRPr>
            </a:lvl4pPr>
            <a:lvl5pPr marL="2286000" lvl="4" indent="-228600" algn="l">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249" name="Google Shape;1249;p35"/>
          <p:cNvGrpSpPr/>
          <p:nvPr/>
        </p:nvGrpSpPr>
        <p:grpSpPr>
          <a:xfrm>
            <a:off x="-2040904" y="871532"/>
            <a:ext cx="1368152" cy="2264265"/>
            <a:chOff x="-1836712" y="2937191"/>
            <a:chExt cx="1368152" cy="2264265"/>
          </a:xfrm>
        </p:grpSpPr>
        <p:pic>
          <p:nvPicPr>
            <p:cNvPr id="1250" name="Google Shape;1250;p35" descr="icon_camera_circle.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728699" y="2937191"/>
              <a:ext cx="640111" cy="640111"/>
            </a:xfrm>
            <a:prstGeom prst="rect">
              <a:avLst/>
            </a:prstGeom>
            <a:noFill/>
            <a:ln>
              <a:noFill/>
            </a:ln>
          </p:spPr>
        </p:pic>
        <p:sp>
          <p:nvSpPr>
            <p:cNvPr id="1251" name="Google Shape;1251;p35"/>
            <p:cNvSpPr txBox="1"/>
            <p:nvPr/>
          </p:nvSpPr>
          <p:spPr>
            <a:xfrm>
              <a:off x="-1836712" y="3677962"/>
              <a:ext cx="1368152" cy="152349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change the photographic image to the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&gt;Right Click over slide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&gt;format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&gt;picture or texture 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&gt;select image from  </a:t>
              </a:r>
              <a:b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b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  your file</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252" name="Google Shape;1252;p35"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28699" y="3245911"/>
              <a:ext cx="121592" cy="320113"/>
            </a:xfrm>
            <a:prstGeom prst="rect">
              <a:avLst/>
            </a:prstGeom>
            <a:noFill/>
            <a:ln>
              <a:noFill/>
            </a:ln>
          </p:spPr>
        </p:pic>
      </p:grpSp>
    </p:spTree>
    <p:extLst>
      <p:ext uri="{BB962C8B-B14F-4D97-AF65-F5344CB8AC3E}">
        <p14:creationId xmlns:p14="http://schemas.microsoft.com/office/powerpoint/2010/main" val="1400644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full image and content: Pink">
  <p:cSld name="Title, full image and content: Pink">
    <p:bg>
      <p:bgPr>
        <a:blipFill>
          <a:blip r:embed="rId2">
            <a:alphaModFix/>
          </a:blip>
          <a:stretch>
            <a:fillRect/>
          </a:stretch>
        </a:blipFill>
        <a:effectLst/>
      </p:bgPr>
    </p:bg>
    <p:spTree>
      <p:nvGrpSpPr>
        <p:cNvPr id="1" name="Shape 1253"/>
        <p:cNvGrpSpPr/>
        <p:nvPr/>
      </p:nvGrpSpPr>
      <p:grpSpPr>
        <a:xfrm>
          <a:off x="0" y="0"/>
          <a:ext cx="0" cy="0"/>
          <a:chOff x="0" y="0"/>
          <a:chExt cx="0" cy="0"/>
        </a:xfrm>
      </p:grpSpPr>
      <p:sp>
        <p:nvSpPr>
          <p:cNvPr id="1254" name="Google Shape;1254;p36"/>
          <p:cNvSpPr/>
          <p:nvPr/>
        </p:nvSpPr>
        <p:spPr>
          <a:xfrm rot="5400000" flipH="1">
            <a:off x="699195" y="-699045"/>
            <a:ext cx="6858001" cy="8256086"/>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255" name="Google Shape;1255;p36"/>
          <p:cNvSpPr/>
          <p:nvPr/>
        </p:nvSpPr>
        <p:spPr>
          <a:xfrm rot="10800000" flipH="1">
            <a:off x="0" y="0"/>
            <a:ext cx="12192000" cy="2039622"/>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256" name="Google Shape;1256;p36"/>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257" name="Google Shape;1257;p36"/>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grpSp>
        <p:nvGrpSpPr>
          <p:cNvPr id="1258" name="Google Shape;1258;p36"/>
          <p:cNvGrpSpPr/>
          <p:nvPr/>
        </p:nvGrpSpPr>
        <p:grpSpPr>
          <a:xfrm>
            <a:off x="10553375" y="296652"/>
            <a:ext cx="1195327" cy="479853"/>
            <a:chOff x="1899" y="899"/>
            <a:chExt cx="4165" cy="1672"/>
          </a:xfrm>
        </p:grpSpPr>
        <p:sp>
          <p:nvSpPr>
            <p:cNvPr id="1259" name="Google Shape;1259;p36"/>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60" name="Google Shape;1260;p36"/>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61" name="Google Shape;1261;p36"/>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62" name="Google Shape;1262;p36"/>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63" name="Google Shape;1263;p36"/>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64" name="Google Shape;1264;p36"/>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65" name="Google Shape;1265;p36"/>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66" name="Google Shape;1266;p36"/>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67" name="Google Shape;1267;p36"/>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68" name="Google Shape;1268;p36"/>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69" name="Google Shape;1269;p36"/>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70" name="Google Shape;1270;p36"/>
            <p:cNvSpPr/>
            <p:nvPr/>
          </p:nvSpPr>
          <p:spPr>
            <a:xfrm>
              <a:off x="2762" y="2203"/>
              <a:ext cx="28"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71" name="Google Shape;1271;p36"/>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72" name="Google Shape;1272;p36"/>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73" name="Google Shape;1273;p36"/>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74" name="Google Shape;1274;p36"/>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75" name="Google Shape;1275;p36"/>
            <p:cNvSpPr/>
            <p:nvPr/>
          </p:nvSpPr>
          <p:spPr>
            <a:xfrm>
              <a:off x="3203" y="2203"/>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76" name="Google Shape;1276;p36"/>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77" name="Google Shape;1277;p36"/>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78" name="Google Shape;1278;p36"/>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79" name="Google Shape;1279;p36"/>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80" name="Google Shape;1280;p36"/>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81" name="Google Shape;1281;p36"/>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82" name="Google Shape;1282;p36"/>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83" name="Google Shape;1283;p36"/>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84" name="Google Shape;1284;p36"/>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85" name="Google Shape;1285;p36"/>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86" name="Google Shape;1286;p36"/>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87" name="Google Shape;1287;p36"/>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88" name="Google Shape;1288;p36"/>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89" name="Google Shape;1289;p36"/>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90" name="Google Shape;1290;p36"/>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91" name="Google Shape;1291;p36"/>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92" name="Google Shape;1292;p36"/>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93" name="Google Shape;1293;p36"/>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94" name="Google Shape;1294;p36"/>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95" name="Google Shape;1295;p36"/>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96" name="Google Shape;1296;p36"/>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97" name="Google Shape;1297;p36"/>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98" name="Google Shape;1298;p36"/>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299" name="Google Shape;1299;p36"/>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00" name="Google Shape;1300;p36"/>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01" name="Google Shape;1301;p36"/>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02" name="Google Shape;1302;p36"/>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03" name="Google Shape;1303;p36"/>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04" name="Google Shape;1304;p36"/>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05" name="Google Shape;1305;p36"/>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06" name="Google Shape;1306;p36"/>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07" name="Google Shape;1307;p36"/>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08" name="Google Shape;1308;p36"/>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09" name="Google Shape;1309;p36"/>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10" name="Google Shape;1310;p36"/>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11" name="Google Shape;1311;p36"/>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12" name="Google Shape;1312;p36"/>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13" name="Google Shape;1313;p36"/>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14" name="Google Shape;1314;p36"/>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15" name="Google Shape;1315;p36"/>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16" name="Google Shape;1316;p36"/>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17" name="Google Shape;1317;p36"/>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18" name="Google Shape;1318;p36"/>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19" name="Google Shape;1319;p36"/>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20" name="Google Shape;1320;p36"/>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21" name="Google Shape;1321;p36"/>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22" name="Google Shape;1322;p36"/>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23" name="Google Shape;1323;p36"/>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24" name="Google Shape;1324;p36"/>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25" name="Google Shape;1325;p36"/>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26" name="Google Shape;1326;p36"/>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27" name="Google Shape;1327;p36"/>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28" name="Google Shape;1328;p36"/>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29" name="Google Shape;1329;p36"/>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30" name="Google Shape;1330;p36"/>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31" name="Google Shape;1331;p36"/>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32" name="Google Shape;1332;p36"/>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33" name="Google Shape;1333;p36"/>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34" name="Google Shape;1334;p36"/>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35" name="Google Shape;1335;p36"/>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36" name="Google Shape;1336;p36"/>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37" name="Google Shape;1337;p36"/>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38" name="Google Shape;1338;p36"/>
            <p:cNvSpPr/>
            <p:nvPr/>
          </p:nvSpPr>
          <p:spPr>
            <a:xfrm>
              <a:off x="4838" y="2425"/>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39" name="Google Shape;1339;p36"/>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40" name="Google Shape;1340;p36"/>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41" name="Google Shape;1341;p36"/>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42" name="Google Shape;1342;p36"/>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43" name="Google Shape;1343;p36"/>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44" name="Google Shape;1344;p36"/>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45" name="Google Shape;1345;p36"/>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46" name="Google Shape;1346;p36"/>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47" name="Google Shape;1347;p36"/>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48" name="Google Shape;1348;p36"/>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49" name="Google Shape;1349;p36"/>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50" name="Google Shape;1350;p36"/>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51" name="Google Shape;1351;p36"/>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1352" name="Google Shape;1352;p36"/>
            <p:cNvCxnSpPr/>
            <p:nvPr/>
          </p:nvCxnSpPr>
          <p:spPr>
            <a:xfrm>
              <a:off x="3964" y="2205"/>
              <a:ext cx="0" cy="366"/>
            </a:xfrm>
            <a:prstGeom prst="straightConnector1">
              <a:avLst/>
            </a:prstGeom>
            <a:solidFill>
              <a:schemeClr val="lt1"/>
            </a:solidFill>
            <a:ln w="14275" cap="flat" cmpd="sng">
              <a:solidFill>
                <a:schemeClr val="lt1"/>
              </a:solidFill>
              <a:prstDash val="solid"/>
              <a:miter lim="800000"/>
              <a:headEnd type="none" w="med" len="med"/>
              <a:tailEnd type="none" w="med" len="med"/>
            </a:ln>
          </p:spPr>
        </p:cxnSp>
      </p:grpSp>
      <p:grpSp>
        <p:nvGrpSpPr>
          <p:cNvPr id="1353" name="Google Shape;1353;p36"/>
          <p:cNvGrpSpPr/>
          <p:nvPr/>
        </p:nvGrpSpPr>
        <p:grpSpPr>
          <a:xfrm>
            <a:off x="-2040904" y="3988723"/>
            <a:ext cx="1872208" cy="2902681"/>
            <a:chOff x="6195941" y="562596"/>
            <a:chExt cx="1872208" cy="2902681"/>
          </a:xfrm>
        </p:grpSpPr>
        <p:grpSp>
          <p:nvGrpSpPr>
            <p:cNvPr id="1354" name="Google Shape;1354;p36"/>
            <p:cNvGrpSpPr/>
            <p:nvPr/>
          </p:nvGrpSpPr>
          <p:grpSpPr>
            <a:xfrm>
              <a:off x="6195941" y="832626"/>
              <a:ext cx="1872208" cy="2632651"/>
              <a:chOff x="-1872716" y="660661"/>
              <a:chExt cx="1872208" cy="1974490"/>
            </a:xfrm>
          </p:grpSpPr>
          <p:sp>
            <p:nvSpPr>
              <p:cNvPr id="1355" name="Google Shape;1355;p36"/>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356" name="Google Shape;1356;p36"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1357" name="Google Shape;1357;p36"/>
            <p:cNvGrpSpPr/>
            <p:nvPr/>
          </p:nvGrpSpPr>
          <p:grpSpPr>
            <a:xfrm>
              <a:off x="6303954" y="562596"/>
              <a:ext cx="540060" cy="540060"/>
              <a:chOff x="6303954" y="562596"/>
              <a:chExt cx="540060" cy="540060"/>
            </a:xfrm>
          </p:grpSpPr>
          <p:sp>
            <p:nvSpPr>
              <p:cNvPr id="1358" name="Google Shape;1358;p36"/>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1359" name="Google Shape;1359;p36" descr="increase_indent.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1360" name="Google Shape;1360;p36"/>
          <p:cNvSpPr/>
          <p:nvPr/>
        </p:nvSpPr>
        <p:spPr>
          <a:xfrm>
            <a:off x="7680176" y="3356992"/>
            <a:ext cx="4398729" cy="3080390"/>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chemeClr val="lt1">
              <a:alpha val="20000"/>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61" name="Google Shape;1361;p36"/>
          <p:cNvSpPr/>
          <p:nvPr/>
        </p:nvSpPr>
        <p:spPr>
          <a:xfrm>
            <a:off x="0" y="1587"/>
            <a:ext cx="9084331" cy="2539485"/>
          </a:xfrm>
          <a:custGeom>
            <a:avLst/>
            <a:gdLst/>
            <a:ahLst/>
            <a:cxnLst/>
            <a:rect l="l" t="t" r="r" b="b"/>
            <a:pathLst>
              <a:path w="12745" h="4169" extrusionOk="0">
                <a:moveTo>
                  <a:pt x="0" y="0"/>
                </a:moveTo>
                <a:lnTo>
                  <a:pt x="12745" y="0"/>
                </a:lnTo>
                <a:cubicBezTo>
                  <a:pt x="12602" y="54"/>
                  <a:pt x="12453" y="92"/>
                  <a:pt x="12309" y="143"/>
                </a:cubicBezTo>
                <a:cubicBezTo>
                  <a:pt x="11761" y="325"/>
                  <a:pt x="11223" y="566"/>
                  <a:pt x="10706" y="823"/>
                </a:cubicBezTo>
                <a:cubicBezTo>
                  <a:pt x="10540" y="913"/>
                  <a:pt x="10370" y="996"/>
                  <a:pt x="10206" y="1089"/>
                </a:cubicBezTo>
                <a:cubicBezTo>
                  <a:pt x="9498" y="1478"/>
                  <a:pt x="8825" y="1912"/>
                  <a:pt x="8143" y="2343"/>
                </a:cubicBezTo>
                <a:cubicBezTo>
                  <a:pt x="7530" y="2736"/>
                  <a:pt x="6917" y="3108"/>
                  <a:pt x="6263" y="3430"/>
                </a:cubicBezTo>
                <a:cubicBezTo>
                  <a:pt x="5581" y="3762"/>
                  <a:pt x="4857" y="4046"/>
                  <a:pt x="4100" y="4136"/>
                </a:cubicBezTo>
                <a:cubicBezTo>
                  <a:pt x="3871" y="4169"/>
                  <a:pt x="3647" y="4166"/>
                  <a:pt x="3417" y="4161"/>
                </a:cubicBezTo>
                <a:cubicBezTo>
                  <a:pt x="3053" y="4144"/>
                  <a:pt x="2694" y="4069"/>
                  <a:pt x="2351" y="3949"/>
                </a:cubicBezTo>
                <a:cubicBezTo>
                  <a:pt x="1742" y="3736"/>
                  <a:pt x="1194" y="3388"/>
                  <a:pt x="684" y="3000"/>
                </a:cubicBezTo>
                <a:cubicBezTo>
                  <a:pt x="462" y="2825"/>
                  <a:pt x="243" y="2656"/>
                  <a:pt x="0" y="2512"/>
                </a:cubicBezTo>
                <a:lnTo>
                  <a:pt x="0" y="0"/>
                </a:lnTo>
                <a:close/>
              </a:path>
            </a:pathLst>
          </a:custGeom>
          <a:solidFill>
            <a:schemeClr val="accent5">
              <a:alpha val="49803"/>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62" name="Google Shape;1362;p36"/>
          <p:cNvSpPr txBox="1">
            <a:spLocks noGrp="1"/>
          </p:cNvSpPr>
          <p:nvPr>
            <p:ph type="title"/>
          </p:nvPr>
        </p:nvSpPr>
        <p:spPr>
          <a:xfrm>
            <a:off x="514800" y="434983"/>
            <a:ext cx="4752528" cy="1255705"/>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28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63" name="Google Shape;1363;p36"/>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76A72BE8-74AD-49AA-8439-710A3BA8D78A}"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364" name="Google Shape;1364;p36"/>
          <p:cNvSpPr txBox="1">
            <a:spLocks noGrp="1"/>
          </p:cNvSpPr>
          <p:nvPr>
            <p:ph type="body" idx="1"/>
          </p:nvPr>
        </p:nvSpPr>
        <p:spPr>
          <a:xfrm>
            <a:off x="514800" y="3104964"/>
            <a:ext cx="4752528" cy="2857754"/>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lt1"/>
              </a:buClr>
              <a:buSzPts val="2000"/>
              <a:buNone/>
              <a:defRPr>
                <a:solidFill>
                  <a:schemeClr val="lt1"/>
                </a:solidFill>
              </a:defRPr>
            </a:lvl1pPr>
            <a:lvl2pPr marL="914400" lvl="1" indent="-228600" algn="l">
              <a:lnSpc>
                <a:spcPct val="90000"/>
              </a:lnSpc>
              <a:spcBef>
                <a:spcPts val="400"/>
              </a:spcBef>
              <a:spcAft>
                <a:spcPts val="0"/>
              </a:spcAft>
              <a:buClr>
                <a:schemeClr val="lt1"/>
              </a:buClr>
              <a:buSzPts val="1800"/>
              <a:buNone/>
              <a:defRPr>
                <a:solidFill>
                  <a:schemeClr val="lt1"/>
                </a:solidFill>
              </a:defRPr>
            </a:lvl2pPr>
            <a:lvl3pPr marL="1371600" lvl="2" indent="-342900" algn="l">
              <a:lnSpc>
                <a:spcPct val="90000"/>
              </a:lnSpc>
              <a:spcBef>
                <a:spcPts val="400"/>
              </a:spcBef>
              <a:spcAft>
                <a:spcPts val="0"/>
              </a:spcAft>
              <a:buClr>
                <a:schemeClr val="lt1"/>
              </a:buClr>
              <a:buSzPts val="1800"/>
              <a:buChar char="•"/>
              <a:defRPr>
                <a:solidFill>
                  <a:schemeClr val="lt1"/>
                </a:solidFill>
              </a:defRPr>
            </a:lvl3pPr>
            <a:lvl4pPr marL="1828800" lvl="3" indent="-330200" algn="l">
              <a:lnSpc>
                <a:spcPct val="90000"/>
              </a:lnSpc>
              <a:spcBef>
                <a:spcPts val="400"/>
              </a:spcBef>
              <a:spcAft>
                <a:spcPts val="0"/>
              </a:spcAft>
              <a:buClr>
                <a:schemeClr val="lt1"/>
              </a:buClr>
              <a:buSzPts val="1600"/>
              <a:buChar char="•"/>
              <a:defRPr>
                <a:solidFill>
                  <a:schemeClr val="lt1"/>
                </a:solidFill>
              </a:defRPr>
            </a:lvl4pPr>
            <a:lvl5pPr marL="2286000" lvl="4" indent="-228600" algn="l">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365" name="Google Shape;1365;p36"/>
          <p:cNvGrpSpPr/>
          <p:nvPr/>
        </p:nvGrpSpPr>
        <p:grpSpPr>
          <a:xfrm>
            <a:off x="-2040904" y="871532"/>
            <a:ext cx="1368152" cy="2264265"/>
            <a:chOff x="-1836712" y="2937191"/>
            <a:chExt cx="1368152" cy="2264265"/>
          </a:xfrm>
        </p:grpSpPr>
        <p:pic>
          <p:nvPicPr>
            <p:cNvPr id="1366" name="Google Shape;1366;p36" descr="icon_camera_circle.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728699" y="2937191"/>
              <a:ext cx="640111" cy="640111"/>
            </a:xfrm>
            <a:prstGeom prst="rect">
              <a:avLst/>
            </a:prstGeom>
            <a:noFill/>
            <a:ln>
              <a:noFill/>
            </a:ln>
          </p:spPr>
        </p:pic>
        <p:sp>
          <p:nvSpPr>
            <p:cNvPr id="1367" name="Google Shape;1367;p36"/>
            <p:cNvSpPr txBox="1"/>
            <p:nvPr/>
          </p:nvSpPr>
          <p:spPr>
            <a:xfrm>
              <a:off x="-1836712" y="3677962"/>
              <a:ext cx="1368152" cy="152349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change the photographic image to the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&gt;Right Click over slide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&gt;format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&gt;picture or texture 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&gt;select image from  </a:t>
              </a:r>
              <a:b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b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  your file</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368" name="Google Shape;1368;p36"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28699" y="3245911"/>
              <a:ext cx="121592" cy="320113"/>
            </a:xfrm>
            <a:prstGeom prst="rect">
              <a:avLst/>
            </a:prstGeom>
            <a:noFill/>
            <a:ln>
              <a:noFill/>
            </a:ln>
          </p:spPr>
        </p:pic>
      </p:grpSp>
    </p:spTree>
    <p:extLst>
      <p:ext uri="{BB962C8B-B14F-4D97-AF65-F5344CB8AC3E}">
        <p14:creationId xmlns:p14="http://schemas.microsoft.com/office/powerpoint/2010/main" val="1623223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full image and content: Purple">
  <p:cSld name="Title, full image and content: Purple">
    <p:bg>
      <p:bgPr>
        <a:blipFill>
          <a:blip r:embed="rId2">
            <a:alphaModFix/>
          </a:blip>
          <a:stretch>
            <a:fillRect/>
          </a:stretch>
        </a:blipFill>
        <a:effectLst/>
      </p:bgPr>
    </p:bg>
    <p:spTree>
      <p:nvGrpSpPr>
        <p:cNvPr id="1" name="Shape 1369"/>
        <p:cNvGrpSpPr/>
        <p:nvPr/>
      </p:nvGrpSpPr>
      <p:grpSpPr>
        <a:xfrm>
          <a:off x="0" y="0"/>
          <a:ext cx="0" cy="0"/>
          <a:chOff x="0" y="0"/>
          <a:chExt cx="0" cy="0"/>
        </a:xfrm>
      </p:grpSpPr>
      <p:sp>
        <p:nvSpPr>
          <p:cNvPr id="1370" name="Google Shape;1370;p37"/>
          <p:cNvSpPr/>
          <p:nvPr/>
        </p:nvSpPr>
        <p:spPr>
          <a:xfrm rot="5400000" flipH="1">
            <a:off x="699195" y="-699045"/>
            <a:ext cx="6858001" cy="8256086"/>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371" name="Google Shape;1371;p37"/>
          <p:cNvSpPr/>
          <p:nvPr/>
        </p:nvSpPr>
        <p:spPr>
          <a:xfrm rot="10800000" flipH="1">
            <a:off x="0" y="0"/>
            <a:ext cx="12192000" cy="2039622"/>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372" name="Google Shape;1372;p37"/>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373" name="Google Shape;1373;p37"/>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grpSp>
        <p:nvGrpSpPr>
          <p:cNvPr id="1374" name="Google Shape;1374;p37"/>
          <p:cNvGrpSpPr/>
          <p:nvPr/>
        </p:nvGrpSpPr>
        <p:grpSpPr>
          <a:xfrm>
            <a:off x="10553375" y="296652"/>
            <a:ext cx="1195327" cy="479853"/>
            <a:chOff x="1899" y="899"/>
            <a:chExt cx="4165" cy="1672"/>
          </a:xfrm>
        </p:grpSpPr>
        <p:sp>
          <p:nvSpPr>
            <p:cNvPr id="1375" name="Google Shape;1375;p37"/>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76" name="Google Shape;1376;p37"/>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77" name="Google Shape;1377;p37"/>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78" name="Google Shape;1378;p37"/>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79" name="Google Shape;1379;p37"/>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80" name="Google Shape;1380;p37"/>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81" name="Google Shape;1381;p37"/>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82" name="Google Shape;1382;p37"/>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83" name="Google Shape;1383;p37"/>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84" name="Google Shape;1384;p37"/>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85" name="Google Shape;1385;p37"/>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86" name="Google Shape;1386;p37"/>
            <p:cNvSpPr/>
            <p:nvPr/>
          </p:nvSpPr>
          <p:spPr>
            <a:xfrm>
              <a:off x="2762" y="2203"/>
              <a:ext cx="28"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87" name="Google Shape;1387;p37"/>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88" name="Google Shape;1388;p37"/>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89" name="Google Shape;1389;p37"/>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90" name="Google Shape;1390;p37"/>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91" name="Google Shape;1391;p37"/>
            <p:cNvSpPr/>
            <p:nvPr/>
          </p:nvSpPr>
          <p:spPr>
            <a:xfrm>
              <a:off x="3203" y="2203"/>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92" name="Google Shape;1392;p37"/>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93" name="Google Shape;1393;p37"/>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94" name="Google Shape;1394;p37"/>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95" name="Google Shape;1395;p37"/>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96" name="Google Shape;1396;p37"/>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97" name="Google Shape;1397;p37"/>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98" name="Google Shape;1398;p37"/>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399" name="Google Shape;1399;p37"/>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00" name="Google Shape;1400;p37"/>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01" name="Google Shape;1401;p37"/>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02" name="Google Shape;1402;p37"/>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03" name="Google Shape;1403;p37"/>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04" name="Google Shape;1404;p37"/>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05" name="Google Shape;1405;p37"/>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06" name="Google Shape;1406;p37"/>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07" name="Google Shape;1407;p37"/>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08" name="Google Shape;1408;p37"/>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09" name="Google Shape;1409;p37"/>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10" name="Google Shape;1410;p37"/>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11" name="Google Shape;1411;p37"/>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12" name="Google Shape;1412;p37"/>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13" name="Google Shape;1413;p37"/>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14" name="Google Shape;1414;p37"/>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15" name="Google Shape;1415;p37"/>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16" name="Google Shape;1416;p37"/>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17" name="Google Shape;1417;p37"/>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18" name="Google Shape;1418;p37"/>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19" name="Google Shape;1419;p37"/>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20" name="Google Shape;1420;p37"/>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21" name="Google Shape;1421;p37"/>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22" name="Google Shape;1422;p37"/>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23" name="Google Shape;1423;p37"/>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24" name="Google Shape;1424;p37"/>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25" name="Google Shape;1425;p37"/>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26" name="Google Shape;1426;p37"/>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27" name="Google Shape;1427;p37"/>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28" name="Google Shape;1428;p37"/>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29" name="Google Shape;1429;p37"/>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30" name="Google Shape;1430;p37"/>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31" name="Google Shape;1431;p37"/>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32" name="Google Shape;1432;p37"/>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33" name="Google Shape;1433;p37"/>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34" name="Google Shape;1434;p37"/>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35" name="Google Shape;1435;p37"/>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36" name="Google Shape;1436;p37"/>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37" name="Google Shape;1437;p37"/>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38" name="Google Shape;1438;p37"/>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39" name="Google Shape;1439;p37"/>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40" name="Google Shape;1440;p37"/>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41" name="Google Shape;1441;p37"/>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42" name="Google Shape;1442;p37"/>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43" name="Google Shape;1443;p37"/>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44" name="Google Shape;1444;p37"/>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45" name="Google Shape;1445;p37"/>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46" name="Google Shape;1446;p37"/>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47" name="Google Shape;1447;p37"/>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48" name="Google Shape;1448;p37"/>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49" name="Google Shape;1449;p37"/>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50" name="Google Shape;1450;p37"/>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51" name="Google Shape;1451;p37"/>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52" name="Google Shape;1452;p37"/>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53" name="Google Shape;1453;p37"/>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54" name="Google Shape;1454;p37"/>
            <p:cNvSpPr/>
            <p:nvPr/>
          </p:nvSpPr>
          <p:spPr>
            <a:xfrm>
              <a:off x="4838" y="2425"/>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55" name="Google Shape;1455;p37"/>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56" name="Google Shape;1456;p37"/>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57" name="Google Shape;1457;p37"/>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58" name="Google Shape;1458;p37"/>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59" name="Google Shape;1459;p37"/>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60" name="Google Shape;1460;p37"/>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61" name="Google Shape;1461;p37"/>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62" name="Google Shape;1462;p37"/>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63" name="Google Shape;1463;p37"/>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64" name="Google Shape;1464;p37"/>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65" name="Google Shape;1465;p37"/>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66" name="Google Shape;1466;p37"/>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67" name="Google Shape;1467;p37"/>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1468" name="Google Shape;1468;p37"/>
            <p:cNvCxnSpPr/>
            <p:nvPr/>
          </p:nvCxnSpPr>
          <p:spPr>
            <a:xfrm>
              <a:off x="3964" y="2205"/>
              <a:ext cx="0" cy="366"/>
            </a:xfrm>
            <a:prstGeom prst="straightConnector1">
              <a:avLst/>
            </a:prstGeom>
            <a:solidFill>
              <a:schemeClr val="lt1"/>
            </a:solidFill>
            <a:ln w="14275" cap="flat" cmpd="sng">
              <a:solidFill>
                <a:schemeClr val="lt1"/>
              </a:solidFill>
              <a:prstDash val="solid"/>
              <a:miter lim="800000"/>
              <a:headEnd type="none" w="med" len="med"/>
              <a:tailEnd type="none" w="med" len="med"/>
            </a:ln>
          </p:spPr>
        </p:cxnSp>
      </p:grpSp>
      <p:grpSp>
        <p:nvGrpSpPr>
          <p:cNvPr id="1469" name="Google Shape;1469;p37"/>
          <p:cNvGrpSpPr/>
          <p:nvPr/>
        </p:nvGrpSpPr>
        <p:grpSpPr>
          <a:xfrm>
            <a:off x="-2040904" y="3988723"/>
            <a:ext cx="1872208" cy="2902681"/>
            <a:chOff x="6195941" y="562596"/>
            <a:chExt cx="1872208" cy="2902681"/>
          </a:xfrm>
        </p:grpSpPr>
        <p:grpSp>
          <p:nvGrpSpPr>
            <p:cNvPr id="1470" name="Google Shape;1470;p37"/>
            <p:cNvGrpSpPr/>
            <p:nvPr/>
          </p:nvGrpSpPr>
          <p:grpSpPr>
            <a:xfrm>
              <a:off x="6195941" y="832626"/>
              <a:ext cx="1872208" cy="2632651"/>
              <a:chOff x="-1872716" y="660661"/>
              <a:chExt cx="1872208" cy="1974490"/>
            </a:xfrm>
          </p:grpSpPr>
          <p:sp>
            <p:nvSpPr>
              <p:cNvPr id="1471" name="Google Shape;1471;p37"/>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472" name="Google Shape;1472;p37"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1473" name="Google Shape;1473;p37"/>
            <p:cNvGrpSpPr/>
            <p:nvPr/>
          </p:nvGrpSpPr>
          <p:grpSpPr>
            <a:xfrm>
              <a:off x="6303954" y="562596"/>
              <a:ext cx="540060" cy="540060"/>
              <a:chOff x="6303954" y="562596"/>
              <a:chExt cx="540060" cy="540060"/>
            </a:xfrm>
          </p:grpSpPr>
          <p:sp>
            <p:nvSpPr>
              <p:cNvPr id="1474" name="Google Shape;1474;p37"/>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1475" name="Google Shape;1475;p37" descr="increase_indent.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1476" name="Google Shape;1476;p37"/>
          <p:cNvSpPr/>
          <p:nvPr/>
        </p:nvSpPr>
        <p:spPr>
          <a:xfrm>
            <a:off x="7680176" y="3356992"/>
            <a:ext cx="4398729" cy="3080390"/>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chemeClr val="lt1">
              <a:alpha val="20000"/>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77" name="Google Shape;1477;p37"/>
          <p:cNvSpPr/>
          <p:nvPr/>
        </p:nvSpPr>
        <p:spPr>
          <a:xfrm>
            <a:off x="0" y="1587"/>
            <a:ext cx="9084331" cy="2539485"/>
          </a:xfrm>
          <a:custGeom>
            <a:avLst/>
            <a:gdLst/>
            <a:ahLst/>
            <a:cxnLst/>
            <a:rect l="l" t="t" r="r" b="b"/>
            <a:pathLst>
              <a:path w="12745" h="4169" extrusionOk="0">
                <a:moveTo>
                  <a:pt x="0" y="0"/>
                </a:moveTo>
                <a:lnTo>
                  <a:pt x="12745" y="0"/>
                </a:lnTo>
                <a:cubicBezTo>
                  <a:pt x="12602" y="54"/>
                  <a:pt x="12453" y="92"/>
                  <a:pt x="12309" y="143"/>
                </a:cubicBezTo>
                <a:cubicBezTo>
                  <a:pt x="11761" y="325"/>
                  <a:pt x="11223" y="566"/>
                  <a:pt x="10706" y="823"/>
                </a:cubicBezTo>
                <a:cubicBezTo>
                  <a:pt x="10540" y="913"/>
                  <a:pt x="10370" y="996"/>
                  <a:pt x="10206" y="1089"/>
                </a:cubicBezTo>
                <a:cubicBezTo>
                  <a:pt x="9498" y="1478"/>
                  <a:pt x="8825" y="1912"/>
                  <a:pt x="8143" y="2343"/>
                </a:cubicBezTo>
                <a:cubicBezTo>
                  <a:pt x="7530" y="2736"/>
                  <a:pt x="6917" y="3108"/>
                  <a:pt x="6263" y="3430"/>
                </a:cubicBezTo>
                <a:cubicBezTo>
                  <a:pt x="5581" y="3762"/>
                  <a:pt x="4857" y="4046"/>
                  <a:pt x="4100" y="4136"/>
                </a:cubicBezTo>
                <a:cubicBezTo>
                  <a:pt x="3871" y="4169"/>
                  <a:pt x="3647" y="4166"/>
                  <a:pt x="3417" y="4161"/>
                </a:cubicBezTo>
                <a:cubicBezTo>
                  <a:pt x="3053" y="4144"/>
                  <a:pt x="2694" y="4069"/>
                  <a:pt x="2351" y="3949"/>
                </a:cubicBezTo>
                <a:cubicBezTo>
                  <a:pt x="1742" y="3736"/>
                  <a:pt x="1194" y="3388"/>
                  <a:pt x="684" y="3000"/>
                </a:cubicBezTo>
                <a:cubicBezTo>
                  <a:pt x="462" y="2825"/>
                  <a:pt x="243" y="2656"/>
                  <a:pt x="0" y="2512"/>
                </a:cubicBezTo>
                <a:lnTo>
                  <a:pt x="0" y="0"/>
                </a:lnTo>
                <a:close/>
              </a:path>
            </a:pathLst>
          </a:custGeom>
          <a:solidFill>
            <a:schemeClr val="accent6">
              <a:alpha val="49803"/>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78" name="Google Shape;1478;p37"/>
          <p:cNvSpPr txBox="1">
            <a:spLocks noGrp="1"/>
          </p:cNvSpPr>
          <p:nvPr>
            <p:ph type="title"/>
          </p:nvPr>
        </p:nvSpPr>
        <p:spPr>
          <a:xfrm>
            <a:off x="514800" y="434983"/>
            <a:ext cx="4752528" cy="1255705"/>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28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9" name="Google Shape;1479;p37"/>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827892CA-F034-4FCA-843A-D517E3DC0CEE}"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480" name="Google Shape;1480;p37"/>
          <p:cNvSpPr txBox="1">
            <a:spLocks noGrp="1"/>
          </p:cNvSpPr>
          <p:nvPr>
            <p:ph type="body" idx="1"/>
          </p:nvPr>
        </p:nvSpPr>
        <p:spPr>
          <a:xfrm>
            <a:off x="514800" y="3104964"/>
            <a:ext cx="4752528" cy="2857754"/>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lt1"/>
              </a:buClr>
              <a:buSzPts val="2000"/>
              <a:buNone/>
              <a:defRPr>
                <a:solidFill>
                  <a:schemeClr val="lt1"/>
                </a:solidFill>
              </a:defRPr>
            </a:lvl1pPr>
            <a:lvl2pPr marL="914400" lvl="1" indent="-228600" algn="l">
              <a:lnSpc>
                <a:spcPct val="90000"/>
              </a:lnSpc>
              <a:spcBef>
                <a:spcPts val="400"/>
              </a:spcBef>
              <a:spcAft>
                <a:spcPts val="0"/>
              </a:spcAft>
              <a:buClr>
                <a:schemeClr val="lt1"/>
              </a:buClr>
              <a:buSzPts val="1800"/>
              <a:buNone/>
              <a:defRPr>
                <a:solidFill>
                  <a:schemeClr val="lt1"/>
                </a:solidFill>
              </a:defRPr>
            </a:lvl2pPr>
            <a:lvl3pPr marL="1371600" lvl="2" indent="-342900" algn="l">
              <a:lnSpc>
                <a:spcPct val="90000"/>
              </a:lnSpc>
              <a:spcBef>
                <a:spcPts val="400"/>
              </a:spcBef>
              <a:spcAft>
                <a:spcPts val="0"/>
              </a:spcAft>
              <a:buClr>
                <a:schemeClr val="lt1"/>
              </a:buClr>
              <a:buSzPts val="1800"/>
              <a:buChar char="•"/>
              <a:defRPr>
                <a:solidFill>
                  <a:schemeClr val="lt1"/>
                </a:solidFill>
              </a:defRPr>
            </a:lvl3pPr>
            <a:lvl4pPr marL="1828800" lvl="3" indent="-330200" algn="l">
              <a:lnSpc>
                <a:spcPct val="90000"/>
              </a:lnSpc>
              <a:spcBef>
                <a:spcPts val="400"/>
              </a:spcBef>
              <a:spcAft>
                <a:spcPts val="0"/>
              </a:spcAft>
              <a:buClr>
                <a:schemeClr val="lt1"/>
              </a:buClr>
              <a:buSzPts val="1600"/>
              <a:buChar char="•"/>
              <a:defRPr>
                <a:solidFill>
                  <a:schemeClr val="lt1"/>
                </a:solidFill>
              </a:defRPr>
            </a:lvl4pPr>
            <a:lvl5pPr marL="2286000" lvl="4" indent="-228600" algn="l">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481" name="Google Shape;1481;p37"/>
          <p:cNvGrpSpPr/>
          <p:nvPr/>
        </p:nvGrpSpPr>
        <p:grpSpPr>
          <a:xfrm>
            <a:off x="-2040904" y="871532"/>
            <a:ext cx="1368152" cy="2264265"/>
            <a:chOff x="-1836712" y="2937191"/>
            <a:chExt cx="1368152" cy="2264265"/>
          </a:xfrm>
        </p:grpSpPr>
        <p:pic>
          <p:nvPicPr>
            <p:cNvPr id="1482" name="Google Shape;1482;p37" descr="icon_camera_circle.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728699" y="2937191"/>
              <a:ext cx="640111" cy="640111"/>
            </a:xfrm>
            <a:prstGeom prst="rect">
              <a:avLst/>
            </a:prstGeom>
            <a:noFill/>
            <a:ln>
              <a:noFill/>
            </a:ln>
          </p:spPr>
        </p:pic>
        <p:sp>
          <p:nvSpPr>
            <p:cNvPr id="1483" name="Google Shape;1483;p37"/>
            <p:cNvSpPr txBox="1"/>
            <p:nvPr/>
          </p:nvSpPr>
          <p:spPr>
            <a:xfrm>
              <a:off x="-1836712" y="3677962"/>
              <a:ext cx="1368152" cy="152349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change the photographic image to the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&gt;Right Click over slide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&gt;format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&gt;picture or texture 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&gt;select image from  </a:t>
              </a:r>
              <a:b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b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  your file</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484" name="Google Shape;1484;p37"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28699" y="3245911"/>
              <a:ext cx="121592" cy="320113"/>
            </a:xfrm>
            <a:prstGeom prst="rect">
              <a:avLst/>
            </a:prstGeom>
            <a:noFill/>
            <a:ln>
              <a:noFill/>
            </a:ln>
          </p:spPr>
        </p:pic>
      </p:grpSp>
    </p:spTree>
    <p:extLst>
      <p:ext uri="{BB962C8B-B14F-4D97-AF65-F5344CB8AC3E}">
        <p14:creationId xmlns:p14="http://schemas.microsoft.com/office/powerpoint/2010/main" val="2032029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Key messages">
  <p:cSld name="Key messages">
    <p:bg>
      <p:bgPr>
        <a:solidFill>
          <a:schemeClr val="dk2"/>
        </a:solidFill>
        <a:effectLst/>
      </p:bgPr>
    </p:bg>
    <p:spTree>
      <p:nvGrpSpPr>
        <p:cNvPr id="1" name="Shape 1485"/>
        <p:cNvGrpSpPr/>
        <p:nvPr/>
      </p:nvGrpSpPr>
      <p:grpSpPr>
        <a:xfrm>
          <a:off x="0" y="0"/>
          <a:ext cx="0" cy="0"/>
          <a:chOff x="0" y="0"/>
          <a:chExt cx="0" cy="0"/>
        </a:xfrm>
      </p:grpSpPr>
      <p:sp>
        <p:nvSpPr>
          <p:cNvPr id="1486" name="Google Shape;1486;p38"/>
          <p:cNvSpPr/>
          <p:nvPr/>
        </p:nvSpPr>
        <p:spPr>
          <a:xfrm>
            <a:off x="-1484219" y="417687"/>
            <a:ext cx="9820275" cy="6877050"/>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chemeClr val="lt1">
              <a:alpha val="9803"/>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87" name="Google Shape;1487;p38"/>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37EAEBF5-4666-4237-8FB9-46EE015F5094}"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488" name="Google Shape;1488;p38"/>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489" name="Google Shape;1489;p38"/>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sp>
        <p:nvSpPr>
          <p:cNvPr id="1490" name="Google Shape;1490;p38"/>
          <p:cNvSpPr txBox="1">
            <a:spLocks noGrp="1"/>
          </p:cNvSpPr>
          <p:nvPr>
            <p:ph type="body" idx="1"/>
          </p:nvPr>
        </p:nvSpPr>
        <p:spPr>
          <a:xfrm>
            <a:off x="895571" y="3988722"/>
            <a:ext cx="2283713" cy="159459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400"/>
              </a:spcBef>
              <a:spcAft>
                <a:spcPts val="0"/>
              </a:spcAft>
              <a:buClr>
                <a:schemeClr val="lt1"/>
              </a:buClr>
              <a:buSzPts val="2000"/>
              <a:buNone/>
              <a:defRPr b="1">
                <a:solidFill>
                  <a:schemeClr val="lt1"/>
                </a:solidFill>
              </a:defRPr>
            </a:lvl1pPr>
            <a:lvl2pPr marL="914400" lvl="1" indent="-228600" algn="ctr">
              <a:lnSpc>
                <a:spcPct val="90000"/>
              </a:lnSpc>
              <a:spcBef>
                <a:spcPts val="400"/>
              </a:spcBef>
              <a:spcAft>
                <a:spcPts val="0"/>
              </a:spcAft>
              <a:buClr>
                <a:schemeClr val="lt1"/>
              </a:buClr>
              <a:buSzPts val="1800"/>
              <a:buNone/>
              <a:defRPr>
                <a:solidFill>
                  <a:schemeClr val="lt1"/>
                </a:solidFill>
              </a:defRPr>
            </a:lvl2pPr>
            <a:lvl3pPr marL="1371600" lvl="2" indent="-342900" algn="ctr">
              <a:lnSpc>
                <a:spcPct val="90000"/>
              </a:lnSpc>
              <a:spcBef>
                <a:spcPts val="400"/>
              </a:spcBef>
              <a:spcAft>
                <a:spcPts val="0"/>
              </a:spcAft>
              <a:buClr>
                <a:schemeClr val="lt1"/>
              </a:buClr>
              <a:buSzPts val="1800"/>
              <a:buChar char="•"/>
              <a:defRPr>
                <a:solidFill>
                  <a:srgbClr val="FF0000"/>
                </a:solidFill>
              </a:defRPr>
            </a:lvl3pPr>
            <a:lvl4pPr marL="1828800" lvl="3" indent="-330200" algn="ctr">
              <a:lnSpc>
                <a:spcPct val="90000"/>
              </a:lnSpc>
              <a:spcBef>
                <a:spcPts val="400"/>
              </a:spcBef>
              <a:spcAft>
                <a:spcPts val="0"/>
              </a:spcAft>
              <a:buClr>
                <a:schemeClr val="lt1"/>
              </a:buClr>
              <a:buSzPts val="1600"/>
              <a:buChar char="•"/>
              <a:defRPr>
                <a:solidFill>
                  <a:srgbClr val="FF0000"/>
                </a:solidFill>
              </a:defRPr>
            </a:lvl4pPr>
            <a:lvl5pPr marL="2286000" lvl="4" indent="-228600" algn="ctr">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491" name="Google Shape;1491;p38"/>
          <p:cNvGrpSpPr/>
          <p:nvPr/>
        </p:nvGrpSpPr>
        <p:grpSpPr>
          <a:xfrm>
            <a:off x="10553375" y="296652"/>
            <a:ext cx="1195327" cy="479853"/>
            <a:chOff x="1899" y="899"/>
            <a:chExt cx="4165" cy="1672"/>
          </a:xfrm>
        </p:grpSpPr>
        <p:sp>
          <p:nvSpPr>
            <p:cNvPr id="1492" name="Google Shape;1492;p38"/>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93" name="Google Shape;1493;p38"/>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94" name="Google Shape;1494;p38"/>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95" name="Google Shape;1495;p38"/>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96" name="Google Shape;1496;p38"/>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97" name="Google Shape;1497;p38"/>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98" name="Google Shape;1498;p38"/>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499" name="Google Shape;1499;p38"/>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00" name="Google Shape;1500;p38"/>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01" name="Google Shape;1501;p38"/>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02" name="Google Shape;1502;p38"/>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03" name="Google Shape;1503;p38"/>
            <p:cNvSpPr/>
            <p:nvPr/>
          </p:nvSpPr>
          <p:spPr>
            <a:xfrm>
              <a:off x="2762" y="2203"/>
              <a:ext cx="28"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04" name="Google Shape;1504;p38"/>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05" name="Google Shape;1505;p38"/>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06" name="Google Shape;1506;p38"/>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07" name="Google Shape;1507;p38"/>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08" name="Google Shape;1508;p38"/>
            <p:cNvSpPr/>
            <p:nvPr/>
          </p:nvSpPr>
          <p:spPr>
            <a:xfrm>
              <a:off x="3203" y="2203"/>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09" name="Google Shape;1509;p38"/>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10" name="Google Shape;1510;p38"/>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11" name="Google Shape;1511;p38"/>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12" name="Google Shape;1512;p38"/>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13" name="Google Shape;1513;p38"/>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14" name="Google Shape;1514;p38"/>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15" name="Google Shape;1515;p38"/>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16" name="Google Shape;1516;p38"/>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17" name="Google Shape;1517;p38"/>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18" name="Google Shape;1518;p38"/>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19" name="Google Shape;1519;p38"/>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20" name="Google Shape;1520;p38"/>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21" name="Google Shape;1521;p38"/>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22" name="Google Shape;1522;p38"/>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23" name="Google Shape;1523;p38"/>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24" name="Google Shape;1524;p38"/>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25" name="Google Shape;1525;p38"/>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26" name="Google Shape;1526;p38"/>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27" name="Google Shape;1527;p38"/>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28" name="Google Shape;1528;p38"/>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29" name="Google Shape;1529;p38"/>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30" name="Google Shape;1530;p38"/>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31" name="Google Shape;1531;p38"/>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32" name="Google Shape;1532;p38"/>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33" name="Google Shape;1533;p38"/>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34" name="Google Shape;1534;p38"/>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35" name="Google Shape;1535;p38"/>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36" name="Google Shape;1536;p38"/>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37" name="Google Shape;1537;p38"/>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38" name="Google Shape;1538;p38"/>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39" name="Google Shape;1539;p38"/>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40" name="Google Shape;1540;p38"/>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41" name="Google Shape;1541;p38"/>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42" name="Google Shape;1542;p38"/>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43" name="Google Shape;1543;p38"/>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44" name="Google Shape;1544;p38"/>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45" name="Google Shape;1545;p38"/>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46" name="Google Shape;1546;p38"/>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47" name="Google Shape;1547;p38"/>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48" name="Google Shape;1548;p38"/>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49" name="Google Shape;1549;p38"/>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50" name="Google Shape;1550;p38"/>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51" name="Google Shape;1551;p38"/>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52" name="Google Shape;1552;p38"/>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53" name="Google Shape;1553;p38"/>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54" name="Google Shape;1554;p38"/>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55" name="Google Shape;1555;p38"/>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56" name="Google Shape;1556;p38"/>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57" name="Google Shape;1557;p38"/>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58" name="Google Shape;1558;p38"/>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59" name="Google Shape;1559;p38"/>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60" name="Google Shape;1560;p38"/>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61" name="Google Shape;1561;p38"/>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62" name="Google Shape;1562;p38"/>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63" name="Google Shape;1563;p38"/>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64" name="Google Shape;1564;p38"/>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65" name="Google Shape;1565;p38"/>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66" name="Google Shape;1566;p38"/>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67" name="Google Shape;1567;p38"/>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68" name="Google Shape;1568;p38"/>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69" name="Google Shape;1569;p38"/>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70" name="Google Shape;1570;p38"/>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71" name="Google Shape;1571;p38"/>
            <p:cNvSpPr/>
            <p:nvPr/>
          </p:nvSpPr>
          <p:spPr>
            <a:xfrm>
              <a:off x="4838" y="2425"/>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72" name="Google Shape;1572;p38"/>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73" name="Google Shape;1573;p38"/>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74" name="Google Shape;1574;p38"/>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75" name="Google Shape;1575;p38"/>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76" name="Google Shape;1576;p38"/>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77" name="Google Shape;1577;p38"/>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78" name="Google Shape;1578;p38"/>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79" name="Google Shape;1579;p38"/>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80" name="Google Shape;1580;p38"/>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81" name="Google Shape;1581;p38"/>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82" name="Google Shape;1582;p38"/>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83" name="Google Shape;1583;p38"/>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584" name="Google Shape;1584;p38"/>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1585" name="Google Shape;1585;p38"/>
            <p:cNvCxnSpPr/>
            <p:nvPr/>
          </p:nvCxnSpPr>
          <p:spPr>
            <a:xfrm>
              <a:off x="3964" y="2205"/>
              <a:ext cx="0" cy="366"/>
            </a:xfrm>
            <a:prstGeom prst="straightConnector1">
              <a:avLst/>
            </a:prstGeom>
            <a:solidFill>
              <a:schemeClr val="lt1"/>
            </a:solidFill>
            <a:ln w="14275" cap="flat" cmpd="sng">
              <a:solidFill>
                <a:schemeClr val="lt1"/>
              </a:solidFill>
              <a:prstDash val="solid"/>
              <a:miter lim="800000"/>
              <a:headEnd type="none" w="med" len="med"/>
              <a:tailEnd type="none" w="med" len="med"/>
            </a:ln>
          </p:spPr>
        </p:cxnSp>
      </p:grpSp>
      <p:sp>
        <p:nvSpPr>
          <p:cNvPr id="1586" name="Google Shape;1586;p38"/>
          <p:cNvSpPr txBox="1">
            <a:spLocks noGrp="1"/>
          </p:cNvSpPr>
          <p:nvPr>
            <p:ph type="title"/>
          </p:nvPr>
        </p:nvSpPr>
        <p:spPr>
          <a:xfrm>
            <a:off x="895571" y="855051"/>
            <a:ext cx="9658665" cy="1255705"/>
          </a:xfrm>
          <a:prstGeom prst="rect">
            <a:avLst/>
          </a:prstGeom>
          <a:noFill/>
          <a:ln>
            <a:noFill/>
          </a:ln>
        </p:spPr>
        <p:txBody>
          <a:bodyPr spcFirstLastPara="1" wrap="square" lIns="0" tIns="0" rIns="0" bIns="0" anchor="b" anchorCtr="0">
            <a:normAutofit/>
          </a:bodyPr>
          <a:lstStyle>
            <a:lvl1pPr lvl="0" algn="ctr">
              <a:lnSpc>
                <a:spcPct val="90000"/>
              </a:lnSpc>
              <a:spcBef>
                <a:spcPts val="0"/>
              </a:spcBef>
              <a:spcAft>
                <a:spcPts val="0"/>
              </a:spcAft>
              <a:buClr>
                <a:schemeClr val="lt1"/>
              </a:buClr>
              <a:buSzPts val="28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587" name="Google Shape;1587;p38"/>
          <p:cNvGrpSpPr/>
          <p:nvPr/>
        </p:nvGrpSpPr>
        <p:grpSpPr>
          <a:xfrm>
            <a:off x="-2040904" y="3988723"/>
            <a:ext cx="1872208" cy="2902681"/>
            <a:chOff x="6195941" y="562596"/>
            <a:chExt cx="1872208" cy="2902681"/>
          </a:xfrm>
        </p:grpSpPr>
        <p:grpSp>
          <p:nvGrpSpPr>
            <p:cNvPr id="1588" name="Google Shape;1588;p38"/>
            <p:cNvGrpSpPr/>
            <p:nvPr/>
          </p:nvGrpSpPr>
          <p:grpSpPr>
            <a:xfrm>
              <a:off x="6195941" y="832626"/>
              <a:ext cx="1872208" cy="2632651"/>
              <a:chOff x="-1872716" y="660661"/>
              <a:chExt cx="1872208" cy="1974490"/>
            </a:xfrm>
          </p:grpSpPr>
          <p:sp>
            <p:nvSpPr>
              <p:cNvPr id="1589" name="Google Shape;1589;p38"/>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590" name="Google Shape;1590;p38" descr="icon_information-white.pn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1591" name="Google Shape;1591;p38"/>
            <p:cNvGrpSpPr/>
            <p:nvPr/>
          </p:nvGrpSpPr>
          <p:grpSpPr>
            <a:xfrm>
              <a:off x="6303954" y="562596"/>
              <a:ext cx="540060" cy="540060"/>
              <a:chOff x="6303954" y="562596"/>
              <a:chExt cx="540060" cy="540060"/>
            </a:xfrm>
          </p:grpSpPr>
          <p:sp>
            <p:nvSpPr>
              <p:cNvPr id="1592" name="Google Shape;1592;p38"/>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1593" name="Google Shape;1593;p38" descr="increase_indent.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1594" name="Google Shape;1594;p38"/>
          <p:cNvSpPr txBox="1">
            <a:spLocks noGrp="1"/>
          </p:cNvSpPr>
          <p:nvPr>
            <p:ph type="body" idx="2"/>
          </p:nvPr>
        </p:nvSpPr>
        <p:spPr>
          <a:xfrm>
            <a:off x="3593810" y="3990379"/>
            <a:ext cx="2283713" cy="159459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400"/>
              </a:spcBef>
              <a:spcAft>
                <a:spcPts val="0"/>
              </a:spcAft>
              <a:buClr>
                <a:schemeClr val="lt1"/>
              </a:buClr>
              <a:buSzPts val="2000"/>
              <a:buNone/>
              <a:defRPr b="1">
                <a:solidFill>
                  <a:schemeClr val="lt1"/>
                </a:solidFill>
              </a:defRPr>
            </a:lvl1pPr>
            <a:lvl2pPr marL="914400" lvl="1" indent="-228600" algn="ctr">
              <a:lnSpc>
                <a:spcPct val="90000"/>
              </a:lnSpc>
              <a:spcBef>
                <a:spcPts val="400"/>
              </a:spcBef>
              <a:spcAft>
                <a:spcPts val="0"/>
              </a:spcAft>
              <a:buClr>
                <a:schemeClr val="lt1"/>
              </a:buClr>
              <a:buSzPts val="1800"/>
              <a:buNone/>
              <a:defRPr>
                <a:solidFill>
                  <a:schemeClr val="lt1"/>
                </a:solidFill>
              </a:defRPr>
            </a:lvl2pPr>
            <a:lvl3pPr marL="1371600" lvl="2" indent="-342900" algn="ctr">
              <a:lnSpc>
                <a:spcPct val="90000"/>
              </a:lnSpc>
              <a:spcBef>
                <a:spcPts val="400"/>
              </a:spcBef>
              <a:spcAft>
                <a:spcPts val="0"/>
              </a:spcAft>
              <a:buClr>
                <a:schemeClr val="lt1"/>
              </a:buClr>
              <a:buSzPts val="1800"/>
              <a:buChar char="•"/>
              <a:defRPr>
                <a:solidFill>
                  <a:srgbClr val="FF0000"/>
                </a:solidFill>
              </a:defRPr>
            </a:lvl3pPr>
            <a:lvl4pPr marL="1828800" lvl="3" indent="-330200" algn="ctr">
              <a:lnSpc>
                <a:spcPct val="90000"/>
              </a:lnSpc>
              <a:spcBef>
                <a:spcPts val="400"/>
              </a:spcBef>
              <a:spcAft>
                <a:spcPts val="0"/>
              </a:spcAft>
              <a:buClr>
                <a:schemeClr val="lt1"/>
              </a:buClr>
              <a:buSzPts val="1600"/>
              <a:buChar char="•"/>
              <a:defRPr>
                <a:solidFill>
                  <a:srgbClr val="FF0000"/>
                </a:solidFill>
              </a:defRPr>
            </a:lvl4pPr>
            <a:lvl5pPr marL="2286000" lvl="4" indent="-228600" algn="ctr">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95" name="Google Shape;1595;p38"/>
          <p:cNvSpPr txBox="1">
            <a:spLocks noGrp="1"/>
          </p:cNvSpPr>
          <p:nvPr>
            <p:ph type="body" idx="3"/>
          </p:nvPr>
        </p:nvSpPr>
        <p:spPr>
          <a:xfrm>
            <a:off x="6292049" y="3992036"/>
            <a:ext cx="2283713" cy="159459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400"/>
              </a:spcBef>
              <a:spcAft>
                <a:spcPts val="0"/>
              </a:spcAft>
              <a:buClr>
                <a:schemeClr val="lt1"/>
              </a:buClr>
              <a:buSzPts val="2000"/>
              <a:buNone/>
              <a:defRPr b="1">
                <a:solidFill>
                  <a:schemeClr val="lt1"/>
                </a:solidFill>
              </a:defRPr>
            </a:lvl1pPr>
            <a:lvl2pPr marL="914400" lvl="1" indent="-228600" algn="ctr">
              <a:lnSpc>
                <a:spcPct val="90000"/>
              </a:lnSpc>
              <a:spcBef>
                <a:spcPts val="400"/>
              </a:spcBef>
              <a:spcAft>
                <a:spcPts val="0"/>
              </a:spcAft>
              <a:buClr>
                <a:schemeClr val="lt1"/>
              </a:buClr>
              <a:buSzPts val="1800"/>
              <a:buNone/>
              <a:defRPr>
                <a:solidFill>
                  <a:schemeClr val="lt1"/>
                </a:solidFill>
              </a:defRPr>
            </a:lvl2pPr>
            <a:lvl3pPr marL="1371600" lvl="2" indent="-342900" algn="ctr">
              <a:lnSpc>
                <a:spcPct val="90000"/>
              </a:lnSpc>
              <a:spcBef>
                <a:spcPts val="400"/>
              </a:spcBef>
              <a:spcAft>
                <a:spcPts val="0"/>
              </a:spcAft>
              <a:buClr>
                <a:schemeClr val="lt1"/>
              </a:buClr>
              <a:buSzPts val="1800"/>
              <a:buChar char="•"/>
              <a:defRPr>
                <a:solidFill>
                  <a:srgbClr val="FF0000"/>
                </a:solidFill>
              </a:defRPr>
            </a:lvl3pPr>
            <a:lvl4pPr marL="1828800" lvl="3" indent="-330200" algn="ctr">
              <a:lnSpc>
                <a:spcPct val="90000"/>
              </a:lnSpc>
              <a:spcBef>
                <a:spcPts val="400"/>
              </a:spcBef>
              <a:spcAft>
                <a:spcPts val="0"/>
              </a:spcAft>
              <a:buClr>
                <a:schemeClr val="lt1"/>
              </a:buClr>
              <a:buSzPts val="1600"/>
              <a:buChar char="•"/>
              <a:defRPr>
                <a:solidFill>
                  <a:srgbClr val="FF0000"/>
                </a:solidFill>
              </a:defRPr>
            </a:lvl4pPr>
            <a:lvl5pPr marL="2286000" lvl="4" indent="-228600" algn="ctr">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96" name="Google Shape;1596;p38"/>
          <p:cNvSpPr txBox="1">
            <a:spLocks noGrp="1"/>
          </p:cNvSpPr>
          <p:nvPr>
            <p:ph type="body" idx="4"/>
          </p:nvPr>
        </p:nvSpPr>
        <p:spPr>
          <a:xfrm>
            <a:off x="8990289" y="3993693"/>
            <a:ext cx="2283713" cy="159459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400"/>
              </a:spcBef>
              <a:spcAft>
                <a:spcPts val="0"/>
              </a:spcAft>
              <a:buClr>
                <a:schemeClr val="lt1"/>
              </a:buClr>
              <a:buSzPts val="2000"/>
              <a:buNone/>
              <a:defRPr b="1">
                <a:solidFill>
                  <a:schemeClr val="lt1"/>
                </a:solidFill>
              </a:defRPr>
            </a:lvl1pPr>
            <a:lvl2pPr marL="914400" lvl="1" indent="-228600" algn="ctr">
              <a:lnSpc>
                <a:spcPct val="90000"/>
              </a:lnSpc>
              <a:spcBef>
                <a:spcPts val="400"/>
              </a:spcBef>
              <a:spcAft>
                <a:spcPts val="0"/>
              </a:spcAft>
              <a:buClr>
                <a:schemeClr val="lt1"/>
              </a:buClr>
              <a:buSzPts val="1800"/>
              <a:buNone/>
              <a:defRPr>
                <a:solidFill>
                  <a:schemeClr val="lt1"/>
                </a:solidFill>
              </a:defRPr>
            </a:lvl2pPr>
            <a:lvl3pPr marL="1371600" lvl="2" indent="-342900" algn="ctr">
              <a:lnSpc>
                <a:spcPct val="90000"/>
              </a:lnSpc>
              <a:spcBef>
                <a:spcPts val="400"/>
              </a:spcBef>
              <a:spcAft>
                <a:spcPts val="0"/>
              </a:spcAft>
              <a:buClr>
                <a:schemeClr val="lt1"/>
              </a:buClr>
              <a:buSzPts val="1800"/>
              <a:buChar char="•"/>
              <a:defRPr>
                <a:solidFill>
                  <a:srgbClr val="FF0000"/>
                </a:solidFill>
              </a:defRPr>
            </a:lvl3pPr>
            <a:lvl4pPr marL="1828800" lvl="3" indent="-330200" algn="ctr">
              <a:lnSpc>
                <a:spcPct val="90000"/>
              </a:lnSpc>
              <a:spcBef>
                <a:spcPts val="400"/>
              </a:spcBef>
              <a:spcAft>
                <a:spcPts val="0"/>
              </a:spcAft>
              <a:buClr>
                <a:schemeClr val="lt1"/>
              </a:buClr>
              <a:buSzPts val="1600"/>
              <a:buChar char="•"/>
              <a:defRPr>
                <a:solidFill>
                  <a:srgbClr val="FF0000"/>
                </a:solidFill>
              </a:defRPr>
            </a:lvl4pPr>
            <a:lvl5pPr marL="2286000" lvl="4" indent="-228600" algn="ctr">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597" name="Google Shape;1597;p38"/>
          <p:cNvGrpSpPr/>
          <p:nvPr/>
        </p:nvGrpSpPr>
        <p:grpSpPr>
          <a:xfrm>
            <a:off x="-1932891" y="195833"/>
            <a:ext cx="1368152" cy="2725764"/>
            <a:chOff x="-1555624" y="1196393"/>
            <a:chExt cx="1368152" cy="2725764"/>
          </a:xfrm>
        </p:grpSpPr>
        <p:grpSp>
          <p:nvGrpSpPr>
            <p:cNvPr id="1598" name="Google Shape;1598;p38"/>
            <p:cNvGrpSpPr/>
            <p:nvPr/>
          </p:nvGrpSpPr>
          <p:grpSpPr>
            <a:xfrm>
              <a:off x="-1555624" y="1488707"/>
              <a:ext cx="1368152" cy="2433450"/>
              <a:chOff x="-1836712" y="3275837"/>
              <a:chExt cx="1368152" cy="2433450"/>
            </a:xfrm>
          </p:grpSpPr>
          <p:sp>
            <p:nvSpPr>
              <p:cNvPr id="1599" name="Google Shape;1599;p38"/>
              <p:cNvSpPr txBox="1"/>
              <p:nvPr/>
            </p:nvSpPr>
            <p:spPr>
              <a:xfrm>
                <a:off x="-1836712" y="3677962"/>
                <a:ext cx="1368152" cy="203132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change the background colour.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&gt;Right Click over slide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&gt;format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&gt;Solid 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&gt;Colour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&gt;choose a colour from the top line of the colour palette. Avoid setting the background colour the same as your font colour.</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600" name="Google Shape;1600;p38" descr="icon_information-white.pn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28699" y="3275837"/>
                <a:ext cx="121592" cy="320113"/>
              </a:xfrm>
              <a:prstGeom prst="rect">
                <a:avLst/>
              </a:prstGeom>
              <a:noFill/>
              <a:ln>
                <a:noFill/>
              </a:ln>
            </p:spPr>
          </p:pic>
        </p:grpSp>
        <p:pic>
          <p:nvPicPr>
            <p:cNvPr id="1601" name="Google Shape;1601;p38" descr="fill.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368152" y="1304800"/>
              <a:ext cx="324000" cy="324000"/>
            </a:xfrm>
            <a:prstGeom prst="rect">
              <a:avLst/>
            </a:prstGeom>
            <a:noFill/>
            <a:ln>
              <a:noFill/>
            </a:ln>
          </p:spPr>
        </p:pic>
        <p:sp>
          <p:nvSpPr>
            <p:cNvPr id="1602" name="Google Shape;1602;p38"/>
            <p:cNvSpPr/>
            <p:nvPr/>
          </p:nvSpPr>
          <p:spPr>
            <a:xfrm>
              <a:off x="-1473415" y="1196393"/>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spTree>
    <p:extLst>
      <p:ext uri="{BB962C8B-B14F-4D97-AF65-F5344CB8AC3E}">
        <p14:creationId xmlns:p14="http://schemas.microsoft.com/office/powerpoint/2010/main" val="181894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break">
  <p:cSld name="Section break">
    <p:bg>
      <p:bgPr>
        <a:solidFill>
          <a:schemeClr val="dk2"/>
        </a:solidFill>
        <a:effectLst/>
      </p:bgPr>
    </p:bg>
    <p:spTree>
      <p:nvGrpSpPr>
        <p:cNvPr id="1" name="Shape 1603"/>
        <p:cNvGrpSpPr/>
        <p:nvPr/>
      </p:nvGrpSpPr>
      <p:grpSpPr>
        <a:xfrm>
          <a:off x="0" y="0"/>
          <a:ext cx="0" cy="0"/>
          <a:chOff x="0" y="0"/>
          <a:chExt cx="0" cy="0"/>
        </a:xfrm>
      </p:grpSpPr>
      <p:sp>
        <p:nvSpPr>
          <p:cNvPr id="1604" name="Google Shape;1604;p39"/>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588609E6-C5E5-4A16-AF45-AACB276F0B51}"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605" name="Google Shape;1605;p39"/>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606" name="Google Shape;1606;p39"/>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grpSp>
        <p:nvGrpSpPr>
          <p:cNvPr id="1607" name="Google Shape;1607;p39"/>
          <p:cNvGrpSpPr/>
          <p:nvPr/>
        </p:nvGrpSpPr>
        <p:grpSpPr>
          <a:xfrm>
            <a:off x="6231333" y="1276582"/>
            <a:ext cx="2026639" cy="813575"/>
            <a:chOff x="1899" y="899"/>
            <a:chExt cx="4165" cy="1672"/>
          </a:xfrm>
        </p:grpSpPr>
        <p:sp>
          <p:nvSpPr>
            <p:cNvPr id="1608" name="Google Shape;1608;p39"/>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09" name="Google Shape;1609;p39"/>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10" name="Google Shape;1610;p39"/>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11" name="Google Shape;1611;p39"/>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12" name="Google Shape;1612;p39"/>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13" name="Google Shape;1613;p39"/>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14" name="Google Shape;1614;p39"/>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15" name="Google Shape;1615;p39"/>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16" name="Google Shape;1616;p39"/>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17" name="Google Shape;1617;p39"/>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18" name="Google Shape;1618;p39"/>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19" name="Google Shape;1619;p39"/>
            <p:cNvSpPr/>
            <p:nvPr/>
          </p:nvSpPr>
          <p:spPr>
            <a:xfrm>
              <a:off x="2762" y="2203"/>
              <a:ext cx="28"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20" name="Google Shape;1620;p39"/>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21" name="Google Shape;1621;p39"/>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22" name="Google Shape;1622;p39"/>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23" name="Google Shape;1623;p39"/>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24" name="Google Shape;1624;p39"/>
            <p:cNvSpPr/>
            <p:nvPr/>
          </p:nvSpPr>
          <p:spPr>
            <a:xfrm>
              <a:off x="3203" y="2203"/>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25" name="Google Shape;1625;p39"/>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26" name="Google Shape;1626;p39"/>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27" name="Google Shape;1627;p39"/>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28" name="Google Shape;1628;p39"/>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29" name="Google Shape;1629;p39"/>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30" name="Google Shape;1630;p39"/>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31" name="Google Shape;1631;p39"/>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32" name="Google Shape;1632;p39"/>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33" name="Google Shape;1633;p39"/>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34" name="Google Shape;1634;p39"/>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35" name="Google Shape;1635;p39"/>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36" name="Google Shape;1636;p39"/>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37" name="Google Shape;1637;p39"/>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38" name="Google Shape;1638;p39"/>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39" name="Google Shape;1639;p39"/>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40" name="Google Shape;1640;p39"/>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41" name="Google Shape;1641;p39"/>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42" name="Google Shape;1642;p39"/>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43" name="Google Shape;1643;p39"/>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44" name="Google Shape;1644;p39"/>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45" name="Google Shape;1645;p39"/>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46" name="Google Shape;1646;p39"/>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47" name="Google Shape;1647;p39"/>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48" name="Google Shape;1648;p39"/>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49" name="Google Shape;1649;p39"/>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50" name="Google Shape;1650;p39"/>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51" name="Google Shape;1651;p39"/>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52" name="Google Shape;1652;p39"/>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53" name="Google Shape;1653;p39"/>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54" name="Google Shape;1654;p39"/>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55" name="Google Shape;1655;p39"/>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56" name="Google Shape;1656;p39"/>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57" name="Google Shape;1657;p39"/>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58" name="Google Shape;1658;p39"/>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59" name="Google Shape;1659;p39"/>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60" name="Google Shape;1660;p39"/>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61" name="Google Shape;1661;p39"/>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62" name="Google Shape;1662;p39"/>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63" name="Google Shape;1663;p39"/>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64" name="Google Shape;1664;p39"/>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65" name="Google Shape;1665;p39"/>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66" name="Google Shape;1666;p39"/>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67" name="Google Shape;1667;p39"/>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68" name="Google Shape;1668;p39"/>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69" name="Google Shape;1669;p39"/>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70" name="Google Shape;1670;p39"/>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71" name="Google Shape;1671;p39"/>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72" name="Google Shape;1672;p39"/>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73" name="Google Shape;1673;p39"/>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74" name="Google Shape;1674;p39"/>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75" name="Google Shape;1675;p39"/>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76" name="Google Shape;1676;p39"/>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77" name="Google Shape;1677;p39"/>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78" name="Google Shape;1678;p39"/>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79" name="Google Shape;1679;p39"/>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80" name="Google Shape;1680;p39"/>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81" name="Google Shape;1681;p39"/>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82" name="Google Shape;1682;p39"/>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83" name="Google Shape;1683;p39"/>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84" name="Google Shape;1684;p39"/>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85" name="Google Shape;1685;p39"/>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86" name="Google Shape;1686;p39"/>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87" name="Google Shape;1687;p39"/>
            <p:cNvSpPr/>
            <p:nvPr/>
          </p:nvSpPr>
          <p:spPr>
            <a:xfrm>
              <a:off x="4838" y="2425"/>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88" name="Google Shape;1688;p39"/>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89" name="Google Shape;1689;p39"/>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90" name="Google Shape;1690;p39"/>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91" name="Google Shape;1691;p39"/>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92" name="Google Shape;1692;p39"/>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93" name="Google Shape;1693;p39"/>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94" name="Google Shape;1694;p39"/>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95" name="Google Shape;1695;p39"/>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96" name="Google Shape;1696;p39"/>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97" name="Google Shape;1697;p39"/>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98" name="Google Shape;1698;p39"/>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699" name="Google Shape;1699;p39"/>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00" name="Google Shape;1700;p39"/>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1701" name="Google Shape;1701;p39"/>
            <p:cNvCxnSpPr/>
            <p:nvPr/>
          </p:nvCxnSpPr>
          <p:spPr>
            <a:xfrm>
              <a:off x="3964" y="2205"/>
              <a:ext cx="0" cy="366"/>
            </a:xfrm>
            <a:prstGeom prst="straightConnector1">
              <a:avLst/>
            </a:prstGeom>
            <a:solidFill>
              <a:schemeClr val="lt1"/>
            </a:solidFill>
            <a:ln w="14275" cap="flat" cmpd="sng">
              <a:solidFill>
                <a:schemeClr val="lt1"/>
              </a:solidFill>
              <a:prstDash val="solid"/>
              <a:miter lim="800000"/>
              <a:headEnd type="none" w="med" len="med"/>
              <a:tailEnd type="none" w="med" len="med"/>
            </a:ln>
          </p:spPr>
        </p:cxnSp>
      </p:grpSp>
      <p:sp>
        <p:nvSpPr>
          <p:cNvPr id="1702" name="Google Shape;1702;p39"/>
          <p:cNvSpPr txBox="1">
            <a:spLocks noGrp="1"/>
          </p:cNvSpPr>
          <p:nvPr>
            <p:ph type="title"/>
          </p:nvPr>
        </p:nvSpPr>
        <p:spPr>
          <a:xfrm>
            <a:off x="6231333" y="2456476"/>
            <a:ext cx="4624582" cy="1346764"/>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lt1"/>
              </a:buClr>
              <a:buSzPts val="28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03" name="Google Shape;1703;p39"/>
          <p:cNvSpPr txBox="1">
            <a:spLocks noGrp="1"/>
          </p:cNvSpPr>
          <p:nvPr>
            <p:ph type="body" idx="1"/>
          </p:nvPr>
        </p:nvSpPr>
        <p:spPr>
          <a:xfrm>
            <a:off x="6231333" y="4092463"/>
            <a:ext cx="4624582" cy="877776"/>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lt1"/>
              </a:buClr>
              <a:buSzPts val="2000"/>
              <a:buNone/>
              <a:defRPr sz="2000">
                <a:solidFill>
                  <a:schemeClr val="lt1"/>
                </a:solidFill>
              </a:defRPr>
            </a:lvl1pPr>
            <a:lvl2pPr marL="914400" lvl="1" indent="-228600" algn="l">
              <a:lnSpc>
                <a:spcPct val="90000"/>
              </a:lnSpc>
              <a:spcBef>
                <a:spcPts val="400"/>
              </a:spcBef>
              <a:spcAft>
                <a:spcPts val="0"/>
              </a:spcAft>
              <a:buClr>
                <a:schemeClr val="lt1"/>
              </a:buClr>
              <a:buSzPts val="1800"/>
              <a:buNone/>
              <a:defRPr>
                <a:solidFill>
                  <a:schemeClr val="lt1"/>
                </a:solidFill>
              </a:defRPr>
            </a:lvl2pPr>
            <a:lvl3pPr marL="1371600" lvl="2" indent="-342900" algn="l">
              <a:lnSpc>
                <a:spcPct val="90000"/>
              </a:lnSpc>
              <a:spcBef>
                <a:spcPts val="400"/>
              </a:spcBef>
              <a:spcAft>
                <a:spcPts val="0"/>
              </a:spcAft>
              <a:buSzPts val="1800"/>
              <a:buChar char="•"/>
              <a:defRPr>
                <a:solidFill>
                  <a:srgbClr val="FF0000"/>
                </a:solidFill>
              </a:defRPr>
            </a:lvl3pPr>
            <a:lvl4pPr marL="1828800" lvl="3" indent="-330200" algn="l">
              <a:lnSpc>
                <a:spcPct val="90000"/>
              </a:lnSpc>
              <a:spcBef>
                <a:spcPts val="400"/>
              </a:spcBef>
              <a:spcAft>
                <a:spcPts val="0"/>
              </a:spcAft>
              <a:buSzPts val="1600"/>
              <a:buChar char="•"/>
              <a:defRPr>
                <a:solidFill>
                  <a:srgbClr val="FF0000"/>
                </a:solidFill>
              </a:defRPr>
            </a:lvl4pPr>
            <a:lvl5pPr marL="2286000" lvl="4" indent="-228600" algn="l">
              <a:lnSpc>
                <a:spcPct val="90000"/>
              </a:lnSpc>
              <a:spcBef>
                <a:spcPts val="800"/>
              </a:spcBef>
              <a:spcAft>
                <a:spcPts val="0"/>
              </a:spcAft>
              <a:buClr>
                <a:srgbClr val="FF0000"/>
              </a:buClr>
              <a:buSzPts val="2000"/>
              <a:buNone/>
              <a:defRPr>
                <a:solidFill>
                  <a:srgbClr val="FF0000"/>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704" name="Google Shape;1704;p39"/>
          <p:cNvGrpSpPr/>
          <p:nvPr/>
        </p:nvGrpSpPr>
        <p:grpSpPr>
          <a:xfrm>
            <a:off x="-1932891" y="195833"/>
            <a:ext cx="1368152" cy="2725764"/>
            <a:chOff x="-1555624" y="1196393"/>
            <a:chExt cx="1368152" cy="2725764"/>
          </a:xfrm>
        </p:grpSpPr>
        <p:grpSp>
          <p:nvGrpSpPr>
            <p:cNvPr id="1705" name="Google Shape;1705;p39"/>
            <p:cNvGrpSpPr/>
            <p:nvPr/>
          </p:nvGrpSpPr>
          <p:grpSpPr>
            <a:xfrm>
              <a:off x="-1555624" y="1488707"/>
              <a:ext cx="1368152" cy="2433450"/>
              <a:chOff x="-1836712" y="3275837"/>
              <a:chExt cx="1368152" cy="2433450"/>
            </a:xfrm>
          </p:grpSpPr>
          <p:sp>
            <p:nvSpPr>
              <p:cNvPr id="1706" name="Google Shape;1706;p39"/>
              <p:cNvSpPr txBox="1"/>
              <p:nvPr/>
            </p:nvSpPr>
            <p:spPr>
              <a:xfrm>
                <a:off x="-1836712" y="3677962"/>
                <a:ext cx="1368152" cy="2031325"/>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change the background colour.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&gt;Right Click over slide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&gt;format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&gt;Solid 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&gt;Colour</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&gt;choose a colour from the top line of the colour palette. Avoid setting the background colour the same as your font colour.</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707" name="Google Shape;1707;p39" descr="icon_information-white.pn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28699" y="3275837"/>
                <a:ext cx="121592" cy="320113"/>
              </a:xfrm>
              <a:prstGeom prst="rect">
                <a:avLst/>
              </a:prstGeom>
              <a:noFill/>
              <a:ln>
                <a:noFill/>
              </a:ln>
            </p:spPr>
          </p:pic>
        </p:grpSp>
        <p:pic>
          <p:nvPicPr>
            <p:cNvPr id="1708" name="Google Shape;1708;p39" descr="fill.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368152" y="1304800"/>
              <a:ext cx="324000" cy="324000"/>
            </a:xfrm>
            <a:prstGeom prst="rect">
              <a:avLst/>
            </a:prstGeom>
            <a:noFill/>
            <a:ln>
              <a:noFill/>
            </a:ln>
          </p:spPr>
        </p:pic>
        <p:sp>
          <p:nvSpPr>
            <p:cNvPr id="1709" name="Google Shape;1709;p39"/>
            <p:cNvSpPr/>
            <p:nvPr/>
          </p:nvSpPr>
          <p:spPr>
            <a:xfrm>
              <a:off x="-1473415" y="1196393"/>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sp>
        <p:nvSpPr>
          <p:cNvPr id="1710" name="Google Shape;1710;p39"/>
          <p:cNvSpPr/>
          <p:nvPr/>
        </p:nvSpPr>
        <p:spPr>
          <a:xfrm>
            <a:off x="19653" y="1204484"/>
            <a:ext cx="6588734" cy="5653516"/>
          </a:xfrm>
          <a:custGeom>
            <a:avLst/>
            <a:gdLst/>
            <a:ahLst/>
            <a:cxnLst/>
            <a:rect l="l" t="t" r="r" b="b"/>
            <a:pathLst>
              <a:path w="1639" h="1406" extrusionOk="0">
                <a:moveTo>
                  <a:pt x="674" y="639"/>
                </a:moveTo>
                <a:cubicBezTo>
                  <a:pt x="635" y="428"/>
                  <a:pt x="726" y="234"/>
                  <a:pt x="876" y="207"/>
                </a:cubicBezTo>
                <a:cubicBezTo>
                  <a:pt x="1027" y="180"/>
                  <a:pt x="1180" y="329"/>
                  <a:pt x="1219" y="540"/>
                </a:cubicBezTo>
                <a:cubicBezTo>
                  <a:pt x="1258" y="751"/>
                  <a:pt x="1167" y="944"/>
                  <a:pt x="1016" y="972"/>
                </a:cubicBezTo>
                <a:cubicBezTo>
                  <a:pt x="866" y="999"/>
                  <a:pt x="713" y="850"/>
                  <a:pt x="674" y="639"/>
                </a:cubicBezTo>
                <a:close/>
                <a:moveTo>
                  <a:pt x="1254" y="1034"/>
                </a:moveTo>
                <a:cubicBezTo>
                  <a:pt x="1179" y="1018"/>
                  <a:pt x="1108" y="1008"/>
                  <a:pt x="1041" y="1002"/>
                </a:cubicBezTo>
                <a:cubicBezTo>
                  <a:pt x="1222" y="956"/>
                  <a:pt x="1328" y="718"/>
                  <a:pt x="1281" y="458"/>
                </a:cubicBezTo>
                <a:cubicBezTo>
                  <a:pt x="1231" y="190"/>
                  <a:pt x="1037" y="0"/>
                  <a:pt x="846" y="35"/>
                </a:cubicBezTo>
                <a:cubicBezTo>
                  <a:pt x="655" y="70"/>
                  <a:pt x="540" y="315"/>
                  <a:pt x="589" y="583"/>
                </a:cubicBezTo>
                <a:cubicBezTo>
                  <a:pt x="627" y="794"/>
                  <a:pt x="755" y="955"/>
                  <a:pt x="900" y="999"/>
                </a:cubicBezTo>
                <a:cubicBezTo>
                  <a:pt x="510" y="1010"/>
                  <a:pt x="250" y="1205"/>
                  <a:pt x="0" y="1406"/>
                </a:cubicBezTo>
                <a:lnTo>
                  <a:pt x="443" y="1406"/>
                </a:lnTo>
                <a:cubicBezTo>
                  <a:pt x="471" y="1385"/>
                  <a:pt x="498" y="1364"/>
                  <a:pt x="523" y="1344"/>
                </a:cubicBezTo>
                <a:cubicBezTo>
                  <a:pt x="879" y="1070"/>
                  <a:pt x="1201" y="1173"/>
                  <a:pt x="1295" y="1406"/>
                </a:cubicBezTo>
                <a:lnTo>
                  <a:pt x="1639" y="1406"/>
                </a:lnTo>
                <a:cubicBezTo>
                  <a:pt x="1610" y="1227"/>
                  <a:pt x="1475" y="1082"/>
                  <a:pt x="1254" y="1034"/>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944650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extLst mod="1">
    <p:ext uri="{DCECCB84-F9BA-43D5-87BE-67443E8EF086}">
      <p15:sldGuideLst xmlns:p15="http://schemas.microsoft.com/office/powerpoint/2012/main">
        <p15:guide id="1" orient="horz" pos="2160">
          <p15:clr>
            <a:srgbClr val="FBAE40"/>
          </p15:clr>
        </p15:guide>
        <p15:guide id="2" pos="683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content and image: White">
  <p:cSld name="Title, content and image: White">
    <p:bg>
      <p:bgPr>
        <a:solidFill>
          <a:schemeClr val="lt1"/>
        </a:solidFill>
        <a:effectLst/>
      </p:bgPr>
    </p:bg>
    <p:spTree>
      <p:nvGrpSpPr>
        <p:cNvPr id="1" name="Shape 1711"/>
        <p:cNvGrpSpPr/>
        <p:nvPr/>
      </p:nvGrpSpPr>
      <p:grpSpPr>
        <a:xfrm>
          <a:off x="0" y="0"/>
          <a:ext cx="0" cy="0"/>
          <a:chOff x="0" y="0"/>
          <a:chExt cx="0" cy="0"/>
        </a:xfrm>
      </p:grpSpPr>
      <p:sp>
        <p:nvSpPr>
          <p:cNvPr id="1712" name="Google Shape;1712;p40"/>
          <p:cNvSpPr/>
          <p:nvPr/>
        </p:nvSpPr>
        <p:spPr>
          <a:xfrm>
            <a:off x="-3600" y="0"/>
            <a:ext cx="12204703" cy="6865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713" name="Google Shape;1713;p40"/>
          <p:cNvSpPr txBox="1">
            <a:spLocks noGrp="1"/>
          </p:cNvSpPr>
          <p:nvPr>
            <p:ph type="title"/>
          </p:nvPr>
        </p:nvSpPr>
        <p:spPr>
          <a:xfrm>
            <a:off x="6456039" y="897616"/>
            <a:ext cx="5256581" cy="793072"/>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accent2"/>
              </a:buClr>
              <a:buSzPts val="28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14" name="Google Shape;1714;p40"/>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8D636F35-4926-4F29-A68A-43A17F769776}"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715" name="Google Shape;1715;p40"/>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716" name="Google Shape;1716;p40"/>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sp>
        <p:nvSpPr>
          <p:cNvPr id="1717" name="Google Shape;1717;p40"/>
          <p:cNvSpPr>
            <a:spLocks noGrp="1"/>
          </p:cNvSpPr>
          <p:nvPr>
            <p:ph type="pic" idx="2"/>
          </p:nvPr>
        </p:nvSpPr>
        <p:spPr>
          <a:xfrm>
            <a:off x="-9526" y="0"/>
            <a:ext cx="6105552" cy="6858000"/>
          </a:xfrm>
          <a:prstGeom prst="rect">
            <a:avLst/>
          </a:prstGeom>
          <a:noFill/>
          <a:ln>
            <a:noFill/>
          </a:ln>
        </p:spPr>
        <p:txBody>
          <a:bodyPr spcFirstLastPara="1" wrap="square" lIns="0" tIns="0" rIns="0" bIns="0" anchor="ctr" anchorCtr="0">
            <a:normAutofit/>
          </a:bodyPr>
          <a:lstStyle>
            <a:lvl1pPr marR="0" lvl="0" algn="ctr" rtl="0">
              <a:lnSpc>
                <a:spcPct val="90000"/>
              </a:lnSpc>
              <a:spcBef>
                <a:spcPts val="4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R="0" lvl="1"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R="0" lvl="2" algn="l" rtl="0">
              <a:lnSpc>
                <a:spcPct val="90000"/>
              </a:lnSpc>
              <a:spcBef>
                <a:spcPts val="400"/>
              </a:spcBef>
              <a:spcAft>
                <a:spcPts val="0"/>
              </a:spcAft>
              <a:buClr>
                <a:schemeClr val="dk2"/>
              </a:buClr>
              <a:buSzPts val="1800"/>
              <a:buFont typeface="Arial"/>
              <a:buChar char="•"/>
              <a:defRPr sz="1800" b="1" i="0" u="none" strike="noStrike" cap="none">
                <a:solidFill>
                  <a:schemeClr val="dk1"/>
                </a:solidFill>
                <a:latin typeface="Calibri"/>
                <a:ea typeface="Calibri"/>
                <a:cs typeface="Calibri"/>
                <a:sym typeface="Calibri"/>
              </a:defRPr>
            </a:lvl3pPr>
            <a:lvl4pPr marR="0" lvl="3" algn="l" rtl="0">
              <a:lnSpc>
                <a:spcPct val="90000"/>
              </a:lnSpc>
              <a:spcBef>
                <a:spcPts val="4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4pPr>
            <a:lvl5pPr marR="0" lvl="4" algn="l" rtl="0">
              <a:lnSpc>
                <a:spcPct val="90000"/>
              </a:lnSpc>
              <a:spcBef>
                <a:spcPts val="800"/>
              </a:spcBef>
              <a:spcAft>
                <a:spcPts val="0"/>
              </a:spcAft>
              <a:buClr>
                <a:schemeClr val="accent1"/>
              </a:buClr>
              <a:buSzPts val="2000"/>
              <a:buFont typeface="Arial"/>
              <a:buNone/>
              <a:defRPr sz="2000" b="1" i="0" u="none" strike="noStrike" cap="none">
                <a:solidFill>
                  <a:schemeClr val="accent1"/>
                </a:solidFill>
                <a:latin typeface="Calibri"/>
                <a:ea typeface="Calibri"/>
                <a:cs typeface="Calibri"/>
                <a:sym typeface="Calibri"/>
              </a:defRPr>
            </a:lvl5pPr>
            <a:lvl6pPr marR="0" lvl="5" algn="l" rtl="0">
              <a:lnSpc>
                <a:spcPct val="90000"/>
              </a:lnSpc>
              <a:spcBef>
                <a:spcPts val="500"/>
              </a:spcBef>
              <a:spcAft>
                <a:spcPts val="0"/>
              </a:spcAft>
              <a:buClr>
                <a:srgbClr val="FF0000"/>
              </a:buClr>
              <a:buSzPts val="1800"/>
              <a:buFont typeface="Arial"/>
              <a:buChar char="•"/>
              <a:defRPr sz="1800" b="0" i="0" u="none" strike="noStrike" cap="none">
                <a:solidFill>
                  <a:srgbClr val="FF0000"/>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18" name="Google Shape;1718;p40"/>
          <p:cNvSpPr txBox="1">
            <a:spLocks noGrp="1"/>
          </p:cNvSpPr>
          <p:nvPr>
            <p:ph type="body" idx="1"/>
          </p:nvPr>
        </p:nvSpPr>
        <p:spPr>
          <a:xfrm>
            <a:off x="6455234" y="2263939"/>
            <a:ext cx="4471468" cy="3698779"/>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dk2"/>
              </a:buClr>
              <a:buSzPts val="2000"/>
              <a:buNone/>
              <a:defRPr>
                <a:solidFill>
                  <a:schemeClr val="dk2"/>
                </a:solidFill>
              </a:defRPr>
            </a:lvl1pPr>
            <a:lvl2pPr marL="914400" lvl="1" indent="-228600" algn="l">
              <a:lnSpc>
                <a:spcPct val="90000"/>
              </a:lnSpc>
              <a:spcBef>
                <a:spcPts val="400"/>
              </a:spcBef>
              <a:spcAft>
                <a:spcPts val="0"/>
              </a:spcAft>
              <a:buClr>
                <a:schemeClr val="dk2"/>
              </a:buClr>
              <a:buSzPts val="1800"/>
              <a:buNone/>
              <a:defRPr>
                <a:solidFill>
                  <a:schemeClr val="dk2"/>
                </a:solidFill>
              </a:defRPr>
            </a:lvl2pPr>
            <a:lvl3pPr marL="1371600" lvl="2" indent="-342900" algn="l">
              <a:lnSpc>
                <a:spcPct val="90000"/>
              </a:lnSpc>
              <a:spcBef>
                <a:spcPts val="400"/>
              </a:spcBef>
              <a:spcAft>
                <a:spcPts val="0"/>
              </a:spcAft>
              <a:buClr>
                <a:schemeClr val="accent2"/>
              </a:buClr>
              <a:buSzPts val="1800"/>
              <a:buChar char="•"/>
              <a:defRPr>
                <a:solidFill>
                  <a:schemeClr val="dk2"/>
                </a:solidFill>
              </a:defRPr>
            </a:lvl3pPr>
            <a:lvl4pPr marL="1828800" lvl="3" indent="-330200" algn="l">
              <a:lnSpc>
                <a:spcPct val="90000"/>
              </a:lnSpc>
              <a:spcBef>
                <a:spcPts val="400"/>
              </a:spcBef>
              <a:spcAft>
                <a:spcPts val="0"/>
              </a:spcAft>
              <a:buClr>
                <a:schemeClr val="accent2"/>
              </a:buClr>
              <a:buSzPts val="1600"/>
              <a:buChar char="•"/>
              <a:defRPr>
                <a:solidFill>
                  <a:schemeClr val="dk2"/>
                </a:solidFill>
              </a:defRPr>
            </a:lvl4pPr>
            <a:lvl5pPr marL="2286000" lvl="4" indent="-228600" algn="l">
              <a:lnSpc>
                <a:spcPct val="90000"/>
              </a:lnSpc>
              <a:spcBef>
                <a:spcPts val="800"/>
              </a:spcBef>
              <a:spcAft>
                <a:spcPts val="0"/>
              </a:spcAft>
              <a:buClr>
                <a:schemeClr val="dk2"/>
              </a:buClr>
              <a:buSzPts val="2000"/>
              <a:buNone/>
              <a:defRPr>
                <a:solidFill>
                  <a:schemeClr val="dk2"/>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719" name="Google Shape;1719;p40"/>
          <p:cNvGrpSpPr/>
          <p:nvPr/>
        </p:nvGrpSpPr>
        <p:grpSpPr>
          <a:xfrm>
            <a:off x="-2040904" y="3988723"/>
            <a:ext cx="1872208" cy="2902681"/>
            <a:chOff x="6195941" y="562596"/>
            <a:chExt cx="1872208" cy="2902681"/>
          </a:xfrm>
        </p:grpSpPr>
        <p:grpSp>
          <p:nvGrpSpPr>
            <p:cNvPr id="1720" name="Google Shape;1720;p40"/>
            <p:cNvGrpSpPr/>
            <p:nvPr/>
          </p:nvGrpSpPr>
          <p:grpSpPr>
            <a:xfrm>
              <a:off x="6195941" y="832626"/>
              <a:ext cx="1872208" cy="2632651"/>
              <a:chOff x="-1872716" y="660661"/>
              <a:chExt cx="1872208" cy="1974490"/>
            </a:xfrm>
          </p:grpSpPr>
          <p:sp>
            <p:nvSpPr>
              <p:cNvPr id="1721" name="Google Shape;1721;p40"/>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722" name="Google Shape;1722;p40" descr="icon_information-white.pn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1723" name="Google Shape;1723;p40"/>
            <p:cNvGrpSpPr/>
            <p:nvPr/>
          </p:nvGrpSpPr>
          <p:grpSpPr>
            <a:xfrm>
              <a:off x="6303954" y="562596"/>
              <a:ext cx="540060" cy="540060"/>
              <a:chOff x="6303954" y="562596"/>
              <a:chExt cx="540060" cy="540060"/>
            </a:xfrm>
          </p:grpSpPr>
          <p:sp>
            <p:nvSpPr>
              <p:cNvPr id="1724" name="Google Shape;1724;p40"/>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1725" name="Google Shape;1725;p40" descr="increase_indent.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1726" name="Google Shape;1726;p40"/>
          <p:cNvSpPr/>
          <p:nvPr/>
        </p:nvSpPr>
        <p:spPr>
          <a:xfrm>
            <a:off x="6170723" y="2356638"/>
            <a:ext cx="5827212" cy="4080744"/>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rgbClr val="AEABAB">
              <a:alpha val="9803"/>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nvGrpSpPr>
          <p:cNvPr id="1727" name="Google Shape;1727;p40"/>
          <p:cNvGrpSpPr/>
          <p:nvPr/>
        </p:nvGrpSpPr>
        <p:grpSpPr>
          <a:xfrm>
            <a:off x="10555200" y="295200"/>
            <a:ext cx="1192705" cy="478800"/>
            <a:chOff x="1899" y="899"/>
            <a:chExt cx="4165" cy="1672"/>
          </a:xfrm>
        </p:grpSpPr>
        <p:sp>
          <p:nvSpPr>
            <p:cNvPr id="1728" name="Google Shape;1728;p40"/>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29" name="Google Shape;1729;p40"/>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30" name="Google Shape;1730;p40"/>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31" name="Google Shape;1731;p40"/>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32" name="Google Shape;1732;p40"/>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33" name="Google Shape;1733;p40"/>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34" name="Google Shape;1734;p40"/>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35" name="Google Shape;1735;p40"/>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36" name="Google Shape;1736;p40"/>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37" name="Google Shape;1737;p40"/>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38" name="Google Shape;1738;p40"/>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39" name="Google Shape;1739;p40"/>
            <p:cNvSpPr/>
            <p:nvPr/>
          </p:nvSpPr>
          <p:spPr>
            <a:xfrm>
              <a:off x="2762" y="2203"/>
              <a:ext cx="28"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40" name="Google Shape;1740;p40"/>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41" name="Google Shape;1741;p40"/>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42" name="Google Shape;1742;p40"/>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43" name="Google Shape;1743;p40"/>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44" name="Google Shape;1744;p40"/>
            <p:cNvSpPr/>
            <p:nvPr/>
          </p:nvSpPr>
          <p:spPr>
            <a:xfrm>
              <a:off x="3203" y="2203"/>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45" name="Google Shape;1745;p40"/>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46" name="Google Shape;1746;p40"/>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47" name="Google Shape;1747;p40"/>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48" name="Google Shape;1748;p40"/>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49" name="Google Shape;1749;p40"/>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50" name="Google Shape;1750;p40"/>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51" name="Google Shape;1751;p40"/>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52" name="Google Shape;1752;p40"/>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53" name="Google Shape;1753;p40"/>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54" name="Google Shape;1754;p40"/>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55" name="Google Shape;1755;p40"/>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56" name="Google Shape;1756;p40"/>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57" name="Google Shape;1757;p40"/>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58" name="Google Shape;1758;p40"/>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59" name="Google Shape;1759;p40"/>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60" name="Google Shape;1760;p40"/>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61" name="Google Shape;1761;p40"/>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62" name="Google Shape;1762;p40"/>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63" name="Google Shape;1763;p40"/>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64" name="Google Shape;1764;p40"/>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65" name="Google Shape;1765;p40"/>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66" name="Google Shape;1766;p40"/>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67" name="Google Shape;1767;p40"/>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68" name="Google Shape;1768;p40"/>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69" name="Google Shape;1769;p40"/>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70" name="Google Shape;1770;p40"/>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71" name="Google Shape;1771;p40"/>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72" name="Google Shape;1772;p40"/>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73" name="Google Shape;1773;p40"/>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74" name="Google Shape;1774;p40"/>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75" name="Google Shape;1775;p40"/>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76" name="Google Shape;1776;p40"/>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77" name="Google Shape;1777;p40"/>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78" name="Google Shape;1778;p40"/>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79" name="Google Shape;1779;p40"/>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80" name="Google Shape;1780;p40"/>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81" name="Google Shape;1781;p40"/>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82" name="Google Shape;1782;p40"/>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83" name="Google Shape;1783;p40"/>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84" name="Google Shape;1784;p40"/>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85" name="Google Shape;1785;p40"/>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86" name="Google Shape;1786;p40"/>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87" name="Google Shape;1787;p40"/>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88" name="Google Shape;1788;p40"/>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89" name="Google Shape;1789;p40"/>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90" name="Google Shape;1790;p40"/>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91" name="Google Shape;1791;p40"/>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92" name="Google Shape;1792;p40"/>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93" name="Google Shape;1793;p40"/>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94" name="Google Shape;1794;p40"/>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95" name="Google Shape;1795;p40"/>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96" name="Google Shape;1796;p40"/>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97" name="Google Shape;1797;p40"/>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98" name="Google Shape;1798;p40"/>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799" name="Google Shape;1799;p40"/>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00" name="Google Shape;1800;p40"/>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01" name="Google Shape;1801;p40"/>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02" name="Google Shape;1802;p40"/>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03" name="Google Shape;1803;p40"/>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04" name="Google Shape;1804;p40"/>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05" name="Google Shape;1805;p40"/>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06" name="Google Shape;1806;p40"/>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07" name="Google Shape;1807;p40"/>
            <p:cNvSpPr/>
            <p:nvPr/>
          </p:nvSpPr>
          <p:spPr>
            <a:xfrm>
              <a:off x="4838" y="2425"/>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08" name="Google Shape;1808;p40"/>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09" name="Google Shape;1809;p40"/>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10" name="Google Shape;1810;p40"/>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11" name="Google Shape;1811;p40"/>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12" name="Google Shape;1812;p40"/>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13" name="Google Shape;1813;p40"/>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14" name="Google Shape;1814;p40"/>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15" name="Google Shape;1815;p40"/>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16" name="Google Shape;1816;p40"/>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17" name="Google Shape;1817;p40"/>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18" name="Google Shape;1818;p40"/>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19" name="Google Shape;1819;p40"/>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20" name="Google Shape;1820;p40"/>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1821" name="Google Shape;1821;p40"/>
            <p:cNvCxnSpPr/>
            <p:nvPr/>
          </p:nvCxnSpPr>
          <p:spPr>
            <a:xfrm>
              <a:off x="3964" y="2205"/>
              <a:ext cx="0" cy="366"/>
            </a:xfrm>
            <a:prstGeom prst="straightConnector1">
              <a:avLst/>
            </a:prstGeom>
            <a:noFill/>
            <a:ln w="14275" cap="flat" cmpd="sng">
              <a:solidFill>
                <a:srgbClr val="20406F"/>
              </a:solidFill>
              <a:prstDash val="solid"/>
              <a:miter lim="800000"/>
              <a:headEnd type="none" w="med" len="med"/>
              <a:tailEnd type="none" w="med" len="med"/>
            </a:ln>
          </p:spPr>
        </p:cxnSp>
      </p:grpSp>
    </p:spTree>
    <p:extLst>
      <p:ext uri="{BB962C8B-B14F-4D97-AF65-F5344CB8AC3E}">
        <p14:creationId xmlns:p14="http://schemas.microsoft.com/office/powerpoint/2010/main" val="2353328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ull image and content: White">
  <p:cSld name="Title, full image and content: White">
    <p:bg>
      <p:bgPr>
        <a:blipFill>
          <a:blip r:embed="rId2">
            <a:alphaModFix/>
          </a:blip>
          <a:stretch>
            <a:fillRect/>
          </a:stretch>
        </a:blipFill>
        <a:effectLst/>
      </p:bgPr>
    </p:bg>
    <p:spTree>
      <p:nvGrpSpPr>
        <p:cNvPr id="1" name="Shape 1822"/>
        <p:cNvGrpSpPr/>
        <p:nvPr/>
      </p:nvGrpSpPr>
      <p:grpSpPr>
        <a:xfrm>
          <a:off x="0" y="0"/>
          <a:ext cx="0" cy="0"/>
          <a:chOff x="0" y="0"/>
          <a:chExt cx="0" cy="0"/>
        </a:xfrm>
      </p:grpSpPr>
      <p:sp>
        <p:nvSpPr>
          <p:cNvPr id="1823" name="Google Shape;1823;p41"/>
          <p:cNvSpPr/>
          <p:nvPr/>
        </p:nvSpPr>
        <p:spPr>
          <a:xfrm rot="5400000" flipH="1">
            <a:off x="699195" y="-699045"/>
            <a:ext cx="6858001" cy="8256086"/>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824" name="Google Shape;1824;p41"/>
          <p:cNvSpPr/>
          <p:nvPr/>
        </p:nvSpPr>
        <p:spPr>
          <a:xfrm rot="10800000" flipH="1">
            <a:off x="0" y="0"/>
            <a:ext cx="12192000" cy="2039622"/>
          </a:xfrm>
          <a:prstGeom prst="rect">
            <a:avLst/>
          </a:prstGeom>
          <a:gradFill>
            <a:gsLst>
              <a:gs pos="0">
                <a:srgbClr val="000000"/>
              </a:gs>
              <a:gs pos="100000">
                <a:srgbClr val="000000">
                  <a:alpha val="0"/>
                </a:srgbClr>
              </a:gs>
            </a:gsLst>
            <a:lin ang="16200000" scaled="0"/>
          </a:gra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1825" name="Google Shape;1825;p41"/>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826" name="Google Shape;1826;p41"/>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grpSp>
        <p:nvGrpSpPr>
          <p:cNvPr id="1827" name="Google Shape;1827;p41"/>
          <p:cNvGrpSpPr/>
          <p:nvPr/>
        </p:nvGrpSpPr>
        <p:grpSpPr>
          <a:xfrm>
            <a:off x="10553375" y="296652"/>
            <a:ext cx="1195327" cy="479853"/>
            <a:chOff x="1899" y="899"/>
            <a:chExt cx="4165" cy="1672"/>
          </a:xfrm>
        </p:grpSpPr>
        <p:sp>
          <p:nvSpPr>
            <p:cNvPr id="1828" name="Google Shape;1828;p41"/>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29" name="Google Shape;1829;p41"/>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30" name="Google Shape;1830;p41"/>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31" name="Google Shape;1831;p41"/>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32" name="Google Shape;1832;p41"/>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33" name="Google Shape;1833;p41"/>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34" name="Google Shape;1834;p41"/>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35" name="Google Shape;1835;p41"/>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36" name="Google Shape;1836;p41"/>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37" name="Google Shape;1837;p41"/>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38" name="Google Shape;1838;p41"/>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39" name="Google Shape;1839;p41"/>
            <p:cNvSpPr/>
            <p:nvPr/>
          </p:nvSpPr>
          <p:spPr>
            <a:xfrm>
              <a:off x="2762" y="2203"/>
              <a:ext cx="28"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40" name="Google Shape;1840;p41"/>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41" name="Google Shape;1841;p41"/>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42" name="Google Shape;1842;p41"/>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43" name="Google Shape;1843;p41"/>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44" name="Google Shape;1844;p41"/>
            <p:cNvSpPr/>
            <p:nvPr/>
          </p:nvSpPr>
          <p:spPr>
            <a:xfrm>
              <a:off x="3203" y="2203"/>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45" name="Google Shape;1845;p41"/>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46" name="Google Shape;1846;p41"/>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47" name="Google Shape;1847;p41"/>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48" name="Google Shape;1848;p41"/>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49" name="Google Shape;1849;p41"/>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50" name="Google Shape;1850;p41"/>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51" name="Google Shape;1851;p41"/>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52" name="Google Shape;1852;p41"/>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53" name="Google Shape;1853;p41"/>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54" name="Google Shape;1854;p41"/>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55" name="Google Shape;1855;p41"/>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56" name="Google Shape;1856;p41"/>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57" name="Google Shape;1857;p41"/>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58" name="Google Shape;1858;p41"/>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59" name="Google Shape;1859;p41"/>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60" name="Google Shape;1860;p41"/>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61" name="Google Shape;1861;p41"/>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62" name="Google Shape;1862;p41"/>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63" name="Google Shape;1863;p41"/>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64" name="Google Shape;1864;p41"/>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65" name="Google Shape;1865;p41"/>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66" name="Google Shape;1866;p41"/>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67" name="Google Shape;1867;p41"/>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68" name="Google Shape;1868;p41"/>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69" name="Google Shape;1869;p41"/>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70" name="Google Shape;1870;p41"/>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71" name="Google Shape;1871;p41"/>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72" name="Google Shape;1872;p41"/>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73" name="Google Shape;1873;p41"/>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74" name="Google Shape;1874;p41"/>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75" name="Google Shape;1875;p41"/>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76" name="Google Shape;1876;p41"/>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77" name="Google Shape;1877;p41"/>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78" name="Google Shape;1878;p41"/>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79" name="Google Shape;1879;p41"/>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80" name="Google Shape;1880;p41"/>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81" name="Google Shape;1881;p41"/>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82" name="Google Shape;1882;p41"/>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83" name="Google Shape;1883;p41"/>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84" name="Google Shape;1884;p41"/>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85" name="Google Shape;1885;p41"/>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86" name="Google Shape;1886;p41"/>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87" name="Google Shape;1887;p41"/>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88" name="Google Shape;1888;p41"/>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89" name="Google Shape;1889;p41"/>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90" name="Google Shape;1890;p41"/>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91" name="Google Shape;1891;p41"/>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92" name="Google Shape;1892;p41"/>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93" name="Google Shape;1893;p41"/>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94" name="Google Shape;1894;p41"/>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95" name="Google Shape;1895;p41"/>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96" name="Google Shape;1896;p41"/>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97" name="Google Shape;1897;p41"/>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98" name="Google Shape;1898;p41"/>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899" name="Google Shape;1899;p41"/>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00" name="Google Shape;1900;p41"/>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01" name="Google Shape;1901;p41"/>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02" name="Google Shape;1902;p41"/>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03" name="Google Shape;1903;p41"/>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04" name="Google Shape;1904;p41"/>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05" name="Google Shape;1905;p41"/>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06" name="Google Shape;1906;p41"/>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07" name="Google Shape;1907;p41"/>
            <p:cNvSpPr/>
            <p:nvPr/>
          </p:nvSpPr>
          <p:spPr>
            <a:xfrm>
              <a:off x="4838" y="2425"/>
              <a:ext cx="27" cy="144"/>
            </a:xfrm>
            <a:prstGeom prst="rect">
              <a:avLst/>
            </a:pr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08" name="Google Shape;1908;p41"/>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09" name="Google Shape;1909;p41"/>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10" name="Google Shape;1910;p41"/>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11" name="Google Shape;1911;p41"/>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12" name="Google Shape;1912;p41"/>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13" name="Google Shape;1913;p41"/>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14" name="Google Shape;1914;p41"/>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15" name="Google Shape;1915;p41"/>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16" name="Google Shape;1916;p41"/>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17" name="Google Shape;1917;p41"/>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18" name="Google Shape;1918;p41"/>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19" name="Google Shape;1919;p41"/>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20" name="Google Shape;1920;p41"/>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1921" name="Google Shape;1921;p41"/>
            <p:cNvCxnSpPr/>
            <p:nvPr/>
          </p:nvCxnSpPr>
          <p:spPr>
            <a:xfrm>
              <a:off x="3964" y="2205"/>
              <a:ext cx="0" cy="366"/>
            </a:xfrm>
            <a:prstGeom prst="straightConnector1">
              <a:avLst/>
            </a:prstGeom>
            <a:solidFill>
              <a:schemeClr val="lt1"/>
            </a:solidFill>
            <a:ln w="14275" cap="flat" cmpd="sng">
              <a:solidFill>
                <a:schemeClr val="lt1"/>
              </a:solidFill>
              <a:prstDash val="solid"/>
              <a:miter lim="800000"/>
              <a:headEnd type="none" w="med" len="med"/>
              <a:tailEnd type="none" w="med" len="med"/>
            </a:ln>
          </p:spPr>
        </p:cxnSp>
      </p:grpSp>
      <p:grpSp>
        <p:nvGrpSpPr>
          <p:cNvPr id="1922" name="Google Shape;1922;p41"/>
          <p:cNvGrpSpPr/>
          <p:nvPr/>
        </p:nvGrpSpPr>
        <p:grpSpPr>
          <a:xfrm>
            <a:off x="-2040904" y="3988723"/>
            <a:ext cx="1872208" cy="2902681"/>
            <a:chOff x="6195941" y="562596"/>
            <a:chExt cx="1872208" cy="2902681"/>
          </a:xfrm>
        </p:grpSpPr>
        <p:grpSp>
          <p:nvGrpSpPr>
            <p:cNvPr id="1923" name="Google Shape;1923;p41"/>
            <p:cNvGrpSpPr/>
            <p:nvPr/>
          </p:nvGrpSpPr>
          <p:grpSpPr>
            <a:xfrm>
              <a:off x="6195941" y="832626"/>
              <a:ext cx="1872208" cy="2632651"/>
              <a:chOff x="-1872716" y="660661"/>
              <a:chExt cx="1872208" cy="1974490"/>
            </a:xfrm>
          </p:grpSpPr>
          <p:sp>
            <p:nvSpPr>
              <p:cNvPr id="1924" name="Google Shape;1924;p41"/>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925" name="Google Shape;1925;p41"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1926" name="Google Shape;1926;p41"/>
            <p:cNvGrpSpPr/>
            <p:nvPr/>
          </p:nvGrpSpPr>
          <p:grpSpPr>
            <a:xfrm>
              <a:off x="6303954" y="562596"/>
              <a:ext cx="540060" cy="540060"/>
              <a:chOff x="6303954" y="562596"/>
              <a:chExt cx="540060" cy="540060"/>
            </a:xfrm>
          </p:grpSpPr>
          <p:sp>
            <p:nvSpPr>
              <p:cNvPr id="1927" name="Google Shape;1927;p41"/>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1928" name="Google Shape;1928;p41" descr="increase_indent.png"/>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1929" name="Google Shape;1929;p41"/>
          <p:cNvSpPr/>
          <p:nvPr/>
        </p:nvSpPr>
        <p:spPr>
          <a:xfrm>
            <a:off x="7680176" y="3356992"/>
            <a:ext cx="4398729" cy="3080390"/>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chemeClr val="lt1">
              <a:alpha val="20000"/>
            </a:scheme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30" name="Google Shape;1930;p41"/>
          <p:cNvSpPr/>
          <p:nvPr/>
        </p:nvSpPr>
        <p:spPr>
          <a:xfrm>
            <a:off x="0" y="1587"/>
            <a:ext cx="9084331" cy="2539485"/>
          </a:xfrm>
          <a:custGeom>
            <a:avLst/>
            <a:gdLst/>
            <a:ahLst/>
            <a:cxnLst/>
            <a:rect l="l" t="t" r="r" b="b"/>
            <a:pathLst>
              <a:path w="12745" h="4169" extrusionOk="0">
                <a:moveTo>
                  <a:pt x="0" y="0"/>
                </a:moveTo>
                <a:lnTo>
                  <a:pt x="12745" y="0"/>
                </a:lnTo>
                <a:cubicBezTo>
                  <a:pt x="12602" y="54"/>
                  <a:pt x="12453" y="92"/>
                  <a:pt x="12309" y="143"/>
                </a:cubicBezTo>
                <a:cubicBezTo>
                  <a:pt x="11761" y="325"/>
                  <a:pt x="11223" y="566"/>
                  <a:pt x="10706" y="823"/>
                </a:cubicBezTo>
                <a:cubicBezTo>
                  <a:pt x="10540" y="913"/>
                  <a:pt x="10370" y="996"/>
                  <a:pt x="10206" y="1089"/>
                </a:cubicBezTo>
                <a:cubicBezTo>
                  <a:pt x="9498" y="1478"/>
                  <a:pt x="8825" y="1912"/>
                  <a:pt x="8143" y="2343"/>
                </a:cubicBezTo>
                <a:cubicBezTo>
                  <a:pt x="7530" y="2736"/>
                  <a:pt x="6917" y="3108"/>
                  <a:pt x="6263" y="3430"/>
                </a:cubicBezTo>
                <a:cubicBezTo>
                  <a:pt x="5581" y="3762"/>
                  <a:pt x="4857" y="4046"/>
                  <a:pt x="4100" y="4136"/>
                </a:cubicBezTo>
                <a:cubicBezTo>
                  <a:pt x="3871" y="4169"/>
                  <a:pt x="3647" y="4166"/>
                  <a:pt x="3417" y="4161"/>
                </a:cubicBezTo>
                <a:cubicBezTo>
                  <a:pt x="3053" y="4144"/>
                  <a:pt x="2694" y="4069"/>
                  <a:pt x="2351" y="3949"/>
                </a:cubicBezTo>
                <a:cubicBezTo>
                  <a:pt x="1742" y="3736"/>
                  <a:pt x="1194" y="3388"/>
                  <a:pt x="684" y="3000"/>
                </a:cubicBezTo>
                <a:cubicBezTo>
                  <a:pt x="462" y="2825"/>
                  <a:pt x="243" y="2656"/>
                  <a:pt x="0" y="2512"/>
                </a:cubicBez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31" name="Google Shape;1931;p41"/>
          <p:cNvSpPr txBox="1">
            <a:spLocks noGrp="1"/>
          </p:cNvSpPr>
          <p:nvPr>
            <p:ph type="title"/>
          </p:nvPr>
        </p:nvSpPr>
        <p:spPr>
          <a:xfrm>
            <a:off x="514800" y="434983"/>
            <a:ext cx="4752528" cy="1255705"/>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accent2"/>
              </a:buClr>
              <a:buSzPts val="28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32" name="Google Shape;1932;p41"/>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14160144-67E6-47A5-BB3A-2DF0296A11F4}"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933" name="Google Shape;1933;p41"/>
          <p:cNvSpPr txBox="1">
            <a:spLocks noGrp="1"/>
          </p:cNvSpPr>
          <p:nvPr>
            <p:ph type="body" idx="1"/>
          </p:nvPr>
        </p:nvSpPr>
        <p:spPr>
          <a:xfrm>
            <a:off x="514800" y="3104964"/>
            <a:ext cx="4752528" cy="2857754"/>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lt1"/>
              </a:buClr>
              <a:buSzPts val="2000"/>
              <a:buNone/>
              <a:defRPr>
                <a:solidFill>
                  <a:schemeClr val="lt1"/>
                </a:solidFill>
              </a:defRPr>
            </a:lvl1pPr>
            <a:lvl2pPr marL="914400" lvl="1" indent="-228600" algn="l">
              <a:lnSpc>
                <a:spcPct val="90000"/>
              </a:lnSpc>
              <a:spcBef>
                <a:spcPts val="400"/>
              </a:spcBef>
              <a:spcAft>
                <a:spcPts val="0"/>
              </a:spcAft>
              <a:buClr>
                <a:schemeClr val="lt1"/>
              </a:buClr>
              <a:buSzPts val="1800"/>
              <a:buNone/>
              <a:defRPr>
                <a:solidFill>
                  <a:schemeClr val="lt1"/>
                </a:solidFill>
              </a:defRPr>
            </a:lvl2pPr>
            <a:lvl3pPr marL="1371600" lvl="2" indent="-342900" algn="l">
              <a:lnSpc>
                <a:spcPct val="90000"/>
              </a:lnSpc>
              <a:spcBef>
                <a:spcPts val="400"/>
              </a:spcBef>
              <a:spcAft>
                <a:spcPts val="0"/>
              </a:spcAft>
              <a:buClr>
                <a:schemeClr val="lt1"/>
              </a:buClr>
              <a:buSzPts val="1800"/>
              <a:buChar char="•"/>
              <a:defRPr>
                <a:solidFill>
                  <a:schemeClr val="lt1"/>
                </a:solidFill>
              </a:defRPr>
            </a:lvl3pPr>
            <a:lvl4pPr marL="1828800" lvl="3" indent="-330200" algn="l">
              <a:lnSpc>
                <a:spcPct val="90000"/>
              </a:lnSpc>
              <a:spcBef>
                <a:spcPts val="400"/>
              </a:spcBef>
              <a:spcAft>
                <a:spcPts val="0"/>
              </a:spcAft>
              <a:buClr>
                <a:schemeClr val="lt1"/>
              </a:buClr>
              <a:buSzPts val="1600"/>
              <a:buChar char="•"/>
              <a:defRPr>
                <a:solidFill>
                  <a:schemeClr val="lt1"/>
                </a:solidFill>
              </a:defRPr>
            </a:lvl4pPr>
            <a:lvl5pPr marL="2286000" lvl="4" indent="-228600" algn="l">
              <a:lnSpc>
                <a:spcPct val="90000"/>
              </a:lnSpc>
              <a:spcBef>
                <a:spcPts val="800"/>
              </a:spcBef>
              <a:spcAft>
                <a:spcPts val="0"/>
              </a:spcAft>
              <a:buClr>
                <a:schemeClr val="lt1"/>
              </a:buClr>
              <a:buSzPts val="2000"/>
              <a:buNone/>
              <a:defRPr>
                <a:solidFill>
                  <a:schemeClr val="lt1"/>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934" name="Google Shape;1934;p41"/>
          <p:cNvGrpSpPr/>
          <p:nvPr/>
        </p:nvGrpSpPr>
        <p:grpSpPr>
          <a:xfrm>
            <a:off x="-2040904" y="871532"/>
            <a:ext cx="1368152" cy="2264265"/>
            <a:chOff x="-1836712" y="2937191"/>
            <a:chExt cx="1368152" cy="2264265"/>
          </a:xfrm>
        </p:grpSpPr>
        <p:pic>
          <p:nvPicPr>
            <p:cNvPr id="1935" name="Google Shape;1935;p41" descr="icon_camera_circle.png"/>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728699" y="2937191"/>
              <a:ext cx="640111" cy="640111"/>
            </a:xfrm>
            <a:prstGeom prst="rect">
              <a:avLst/>
            </a:prstGeom>
            <a:noFill/>
            <a:ln>
              <a:noFill/>
            </a:ln>
          </p:spPr>
        </p:pic>
        <p:sp>
          <p:nvSpPr>
            <p:cNvPr id="1936" name="Google Shape;1936;p41"/>
            <p:cNvSpPr txBox="1"/>
            <p:nvPr/>
          </p:nvSpPr>
          <p:spPr>
            <a:xfrm>
              <a:off x="-1836712" y="3677962"/>
              <a:ext cx="1368152" cy="1523494"/>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change the photographic image to the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&gt;Right Click over slide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&gt;format background</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&gt;picture or texture fill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&gt;select image from  </a:t>
              </a:r>
              <a:b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b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  your file</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1937" name="Google Shape;1937;p41" descr="icon_information-white.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728699" y="3245911"/>
              <a:ext cx="121592" cy="320113"/>
            </a:xfrm>
            <a:prstGeom prst="rect">
              <a:avLst/>
            </a:prstGeom>
            <a:noFill/>
            <a:ln>
              <a:noFill/>
            </a:ln>
          </p:spPr>
        </p:pic>
      </p:grpSp>
    </p:spTree>
    <p:extLst>
      <p:ext uri="{BB962C8B-B14F-4D97-AF65-F5344CB8AC3E}">
        <p14:creationId xmlns:p14="http://schemas.microsoft.com/office/powerpoint/2010/main" val="29466332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Key messages: White">
  <p:cSld name="Key messages: White">
    <p:bg>
      <p:bgPr>
        <a:solidFill>
          <a:schemeClr val="dk2"/>
        </a:solidFill>
        <a:effectLst/>
      </p:bgPr>
    </p:bg>
    <p:spTree>
      <p:nvGrpSpPr>
        <p:cNvPr id="1" name="Shape 1938"/>
        <p:cNvGrpSpPr/>
        <p:nvPr/>
      </p:nvGrpSpPr>
      <p:grpSpPr>
        <a:xfrm>
          <a:off x="0" y="0"/>
          <a:ext cx="0" cy="0"/>
          <a:chOff x="0" y="0"/>
          <a:chExt cx="0" cy="0"/>
        </a:xfrm>
      </p:grpSpPr>
      <p:sp>
        <p:nvSpPr>
          <p:cNvPr id="1939" name="Google Shape;1939;p42"/>
          <p:cNvSpPr/>
          <p:nvPr/>
        </p:nvSpPr>
        <p:spPr>
          <a:xfrm>
            <a:off x="-3600" y="0"/>
            <a:ext cx="12204703" cy="6865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nvGrpSpPr>
          <p:cNvPr id="1940" name="Google Shape;1940;p42"/>
          <p:cNvGrpSpPr/>
          <p:nvPr/>
        </p:nvGrpSpPr>
        <p:grpSpPr>
          <a:xfrm>
            <a:off x="10555200" y="295200"/>
            <a:ext cx="1192705" cy="478800"/>
            <a:chOff x="1899" y="899"/>
            <a:chExt cx="4165" cy="1672"/>
          </a:xfrm>
        </p:grpSpPr>
        <p:sp>
          <p:nvSpPr>
            <p:cNvPr id="1941" name="Google Shape;1941;p42"/>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42" name="Google Shape;1942;p42"/>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43" name="Google Shape;1943;p42"/>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44" name="Google Shape;1944;p42"/>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45" name="Google Shape;1945;p42"/>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46" name="Google Shape;1946;p42"/>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47" name="Google Shape;1947;p42"/>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48" name="Google Shape;1948;p42"/>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49" name="Google Shape;1949;p42"/>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50" name="Google Shape;1950;p42"/>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51" name="Google Shape;1951;p42"/>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52" name="Google Shape;1952;p42"/>
            <p:cNvSpPr/>
            <p:nvPr/>
          </p:nvSpPr>
          <p:spPr>
            <a:xfrm>
              <a:off x="2762" y="2203"/>
              <a:ext cx="28"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53" name="Google Shape;1953;p42"/>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54" name="Google Shape;1954;p42"/>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55" name="Google Shape;1955;p42"/>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56" name="Google Shape;1956;p42"/>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57" name="Google Shape;1957;p42"/>
            <p:cNvSpPr/>
            <p:nvPr/>
          </p:nvSpPr>
          <p:spPr>
            <a:xfrm>
              <a:off x="3203" y="2203"/>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58" name="Google Shape;1958;p42"/>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59" name="Google Shape;1959;p42"/>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60" name="Google Shape;1960;p42"/>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61" name="Google Shape;1961;p42"/>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62" name="Google Shape;1962;p42"/>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63" name="Google Shape;1963;p42"/>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64" name="Google Shape;1964;p42"/>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65" name="Google Shape;1965;p42"/>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66" name="Google Shape;1966;p42"/>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67" name="Google Shape;1967;p42"/>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68" name="Google Shape;1968;p42"/>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69" name="Google Shape;1969;p42"/>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70" name="Google Shape;1970;p42"/>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71" name="Google Shape;1971;p42"/>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72" name="Google Shape;1972;p42"/>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73" name="Google Shape;1973;p42"/>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74" name="Google Shape;1974;p42"/>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75" name="Google Shape;1975;p42"/>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76" name="Google Shape;1976;p42"/>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77" name="Google Shape;1977;p42"/>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78" name="Google Shape;1978;p42"/>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79" name="Google Shape;1979;p42"/>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80" name="Google Shape;1980;p42"/>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81" name="Google Shape;1981;p42"/>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82" name="Google Shape;1982;p42"/>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83" name="Google Shape;1983;p42"/>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84" name="Google Shape;1984;p42"/>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85" name="Google Shape;1985;p42"/>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86" name="Google Shape;1986;p42"/>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87" name="Google Shape;1987;p42"/>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88" name="Google Shape;1988;p42"/>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89" name="Google Shape;1989;p42"/>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90" name="Google Shape;1990;p42"/>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91" name="Google Shape;1991;p42"/>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92" name="Google Shape;1992;p42"/>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93" name="Google Shape;1993;p42"/>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94" name="Google Shape;1994;p42"/>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95" name="Google Shape;1995;p42"/>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96" name="Google Shape;1996;p42"/>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97" name="Google Shape;1997;p42"/>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98" name="Google Shape;1998;p42"/>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1999" name="Google Shape;1999;p42"/>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00" name="Google Shape;2000;p42"/>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01" name="Google Shape;2001;p42"/>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02" name="Google Shape;2002;p42"/>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03" name="Google Shape;2003;p42"/>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04" name="Google Shape;2004;p42"/>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05" name="Google Shape;2005;p42"/>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06" name="Google Shape;2006;p42"/>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07" name="Google Shape;2007;p42"/>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08" name="Google Shape;2008;p42"/>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09" name="Google Shape;2009;p42"/>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10" name="Google Shape;2010;p42"/>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11" name="Google Shape;2011;p42"/>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12" name="Google Shape;2012;p42"/>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13" name="Google Shape;2013;p42"/>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14" name="Google Shape;2014;p42"/>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15" name="Google Shape;2015;p42"/>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16" name="Google Shape;2016;p42"/>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17" name="Google Shape;2017;p42"/>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18" name="Google Shape;2018;p42"/>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19" name="Google Shape;2019;p42"/>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20" name="Google Shape;2020;p42"/>
            <p:cNvSpPr/>
            <p:nvPr/>
          </p:nvSpPr>
          <p:spPr>
            <a:xfrm>
              <a:off x="4838" y="2425"/>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21" name="Google Shape;2021;p42"/>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22" name="Google Shape;2022;p42"/>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23" name="Google Shape;2023;p42"/>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24" name="Google Shape;2024;p42"/>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25" name="Google Shape;2025;p42"/>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26" name="Google Shape;2026;p42"/>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27" name="Google Shape;2027;p42"/>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28" name="Google Shape;2028;p42"/>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29" name="Google Shape;2029;p42"/>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30" name="Google Shape;2030;p42"/>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31" name="Google Shape;2031;p42"/>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32" name="Google Shape;2032;p42"/>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33" name="Google Shape;2033;p42"/>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2034" name="Google Shape;2034;p42"/>
            <p:cNvCxnSpPr/>
            <p:nvPr/>
          </p:nvCxnSpPr>
          <p:spPr>
            <a:xfrm>
              <a:off x="3964" y="2205"/>
              <a:ext cx="0" cy="366"/>
            </a:xfrm>
            <a:prstGeom prst="straightConnector1">
              <a:avLst/>
            </a:prstGeom>
            <a:noFill/>
            <a:ln w="14275" cap="flat" cmpd="sng">
              <a:solidFill>
                <a:srgbClr val="20406F"/>
              </a:solidFill>
              <a:prstDash val="solid"/>
              <a:miter lim="800000"/>
              <a:headEnd type="none" w="med" len="med"/>
              <a:tailEnd type="none" w="med" len="med"/>
            </a:ln>
          </p:spPr>
        </p:cxnSp>
      </p:grpSp>
      <p:sp>
        <p:nvSpPr>
          <p:cNvPr id="2035" name="Google Shape;2035;p42"/>
          <p:cNvSpPr/>
          <p:nvPr/>
        </p:nvSpPr>
        <p:spPr>
          <a:xfrm>
            <a:off x="-1484219" y="417687"/>
            <a:ext cx="9820275" cy="6877050"/>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rgbClr val="AEABAB">
              <a:alpha val="9803"/>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36" name="Google Shape;2036;p42"/>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2D3ABB79-FDE6-498B-A6E1-DD3D1E525504}"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2037" name="Google Shape;2037;p42"/>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2038" name="Google Shape;2038;p42"/>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sp>
        <p:nvSpPr>
          <p:cNvPr id="2039" name="Google Shape;2039;p42"/>
          <p:cNvSpPr txBox="1">
            <a:spLocks noGrp="1"/>
          </p:cNvSpPr>
          <p:nvPr>
            <p:ph type="body" idx="1"/>
          </p:nvPr>
        </p:nvSpPr>
        <p:spPr>
          <a:xfrm>
            <a:off x="895571" y="3988722"/>
            <a:ext cx="2283713" cy="159459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400"/>
              </a:spcBef>
              <a:spcAft>
                <a:spcPts val="0"/>
              </a:spcAft>
              <a:buClr>
                <a:schemeClr val="dk2"/>
              </a:buClr>
              <a:buSzPts val="2000"/>
              <a:buNone/>
              <a:defRPr b="1">
                <a:solidFill>
                  <a:schemeClr val="dk2"/>
                </a:solidFill>
              </a:defRPr>
            </a:lvl1pPr>
            <a:lvl2pPr marL="914400" lvl="1" indent="-228600" algn="ctr">
              <a:lnSpc>
                <a:spcPct val="90000"/>
              </a:lnSpc>
              <a:spcBef>
                <a:spcPts val="400"/>
              </a:spcBef>
              <a:spcAft>
                <a:spcPts val="0"/>
              </a:spcAft>
              <a:buClr>
                <a:schemeClr val="dk2"/>
              </a:buClr>
              <a:buSzPts val="1800"/>
              <a:buNone/>
              <a:defRPr>
                <a:solidFill>
                  <a:schemeClr val="dk2"/>
                </a:solidFill>
              </a:defRPr>
            </a:lvl2pPr>
            <a:lvl3pPr marL="1371600" lvl="2" indent="-342900" algn="ctr">
              <a:lnSpc>
                <a:spcPct val="90000"/>
              </a:lnSpc>
              <a:spcBef>
                <a:spcPts val="400"/>
              </a:spcBef>
              <a:spcAft>
                <a:spcPts val="0"/>
              </a:spcAft>
              <a:buClr>
                <a:schemeClr val="lt1"/>
              </a:buClr>
              <a:buSzPts val="1800"/>
              <a:buChar char="•"/>
              <a:defRPr>
                <a:solidFill>
                  <a:srgbClr val="FF0000"/>
                </a:solidFill>
              </a:defRPr>
            </a:lvl3pPr>
            <a:lvl4pPr marL="1828800" lvl="3" indent="-330200" algn="ctr">
              <a:lnSpc>
                <a:spcPct val="90000"/>
              </a:lnSpc>
              <a:spcBef>
                <a:spcPts val="400"/>
              </a:spcBef>
              <a:spcAft>
                <a:spcPts val="0"/>
              </a:spcAft>
              <a:buClr>
                <a:schemeClr val="lt1"/>
              </a:buClr>
              <a:buSzPts val="1600"/>
              <a:buChar char="•"/>
              <a:defRPr>
                <a:solidFill>
                  <a:srgbClr val="FF0000"/>
                </a:solidFill>
              </a:defRPr>
            </a:lvl4pPr>
            <a:lvl5pPr marL="2286000" lvl="4" indent="-228600" algn="ctr">
              <a:lnSpc>
                <a:spcPct val="90000"/>
              </a:lnSpc>
              <a:spcBef>
                <a:spcPts val="800"/>
              </a:spcBef>
              <a:spcAft>
                <a:spcPts val="0"/>
              </a:spcAft>
              <a:buClr>
                <a:schemeClr val="dk2"/>
              </a:buClr>
              <a:buSzPts val="2000"/>
              <a:buNone/>
              <a:defRPr>
                <a:solidFill>
                  <a:schemeClr val="dk2"/>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40" name="Google Shape;2040;p42"/>
          <p:cNvSpPr txBox="1">
            <a:spLocks noGrp="1"/>
          </p:cNvSpPr>
          <p:nvPr>
            <p:ph type="title"/>
          </p:nvPr>
        </p:nvSpPr>
        <p:spPr>
          <a:xfrm>
            <a:off x="895571" y="855051"/>
            <a:ext cx="9658665" cy="1255705"/>
          </a:xfrm>
          <a:prstGeom prst="rect">
            <a:avLst/>
          </a:prstGeom>
          <a:noFill/>
          <a:ln>
            <a:noFill/>
          </a:ln>
        </p:spPr>
        <p:txBody>
          <a:bodyPr spcFirstLastPara="1" wrap="square" lIns="0" tIns="0" rIns="0" bIns="0" anchor="b" anchorCtr="0">
            <a:normAutofit/>
          </a:bodyPr>
          <a:lstStyle>
            <a:lvl1pPr lvl="0" algn="ctr">
              <a:lnSpc>
                <a:spcPct val="90000"/>
              </a:lnSpc>
              <a:spcBef>
                <a:spcPts val="0"/>
              </a:spcBef>
              <a:spcAft>
                <a:spcPts val="0"/>
              </a:spcAft>
              <a:buClr>
                <a:schemeClr val="accent2"/>
              </a:buClr>
              <a:buSzPts val="28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2041" name="Google Shape;2041;p42"/>
          <p:cNvGrpSpPr/>
          <p:nvPr/>
        </p:nvGrpSpPr>
        <p:grpSpPr>
          <a:xfrm>
            <a:off x="-2040904" y="3988723"/>
            <a:ext cx="1872208" cy="2902681"/>
            <a:chOff x="6195941" y="562596"/>
            <a:chExt cx="1872208" cy="2902681"/>
          </a:xfrm>
        </p:grpSpPr>
        <p:grpSp>
          <p:nvGrpSpPr>
            <p:cNvPr id="2042" name="Google Shape;2042;p42"/>
            <p:cNvGrpSpPr/>
            <p:nvPr/>
          </p:nvGrpSpPr>
          <p:grpSpPr>
            <a:xfrm>
              <a:off x="6195941" y="832626"/>
              <a:ext cx="1872208" cy="2632651"/>
              <a:chOff x="-1872716" y="660661"/>
              <a:chExt cx="1872208" cy="1974490"/>
            </a:xfrm>
          </p:grpSpPr>
          <p:sp>
            <p:nvSpPr>
              <p:cNvPr id="2043" name="Google Shape;2043;p42"/>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044" name="Google Shape;2044;p42" descr="icon_information-white.pn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2045" name="Google Shape;2045;p42"/>
            <p:cNvGrpSpPr/>
            <p:nvPr/>
          </p:nvGrpSpPr>
          <p:grpSpPr>
            <a:xfrm>
              <a:off x="6303954" y="562596"/>
              <a:ext cx="540060" cy="540060"/>
              <a:chOff x="6303954" y="562596"/>
              <a:chExt cx="540060" cy="540060"/>
            </a:xfrm>
          </p:grpSpPr>
          <p:sp>
            <p:nvSpPr>
              <p:cNvPr id="2046" name="Google Shape;2046;p42"/>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2047" name="Google Shape;2047;p42" descr="increase_indent.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2048" name="Google Shape;2048;p42"/>
          <p:cNvSpPr txBox="1">
            <a:spLocks noGrp="1"/>
          </p:cNvSpPr>
          <p:nvPr>
            <p:ph type="body" idx="2"/>
          </p:nvPr>
        </p:nvSpPr>
        <p:spPr>
          <a:xfrm>
            <a:off x="3593810" y="3990379"/>
            <a:ext cx="2283713" cy="159459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400"/>
              </a:spcBef>
              <a:spcAft>
                <a:spcPts val="0"/>
              </a:spcAft>
              <a:buClr>
                <a:schemeClr val="dk2"/>
              </a:buClr>
              <a:buSzPts val="2000"/>
              <a:buNone/>
              <a:defRPr b="1">
                <a:solidFill>
                  <a:schemeClr val="dk2"/>
                </a:solidFill>
              </a:defRPr>
            </a:lvl1pPr>
            <a:lvl2pPr marL="914400" lvl="1" indent="-228600" algn="ctr">
              <a:lnSpc>
                <a:spcPct val="90000"/>
              </a:lnSpc>
              <a:spcBef>
                <a:spcPts val="400"/>
              </a:spcBef>
              <a:spcAft>
                <a:spcPts val="0"/>
              </a:spcAft>
              <a:buClr>
                <a:schemeClr val="dk2"/>
              </a:buClr>
              <a:buSzPts val="1800"/>
              <a:buNone/>
              <a:defRPr>
                <a:solidFill>
                  <a:schemeClr val="dk2"/>
                </a:solidFill>
              </a:defRPr>
            </a:lvl2pPr>
            <a:lvl3pPr marL="1371600" lvl="2" indent="-342900" algn="ctr">
              <a:lnSpc>
                <a:spcPct val="90000"/>
              </a:lnSpc>
              <a:spcBef>
                <a:spcPts val="400"/>
              </a:spcBef>
              <a:spcAft>
                <a:spcPts val="0"/>
              </a:spcAft>
              <a:buClr>
                <a:schemeClr val="lt1"/>
              </a:buClr>
              <a:buSzPts val="1800"/>
              <a:buChar char="•"/>
              <a:defRPr>
                <a:solidFill>
                  <a:srgbClr val="FF0000"/>
                </a:solidFill>
              </a:defRPr>
            </a:lvl3pPr>
            <a:lvl4pPr marL="1828800" lvl="3" indent="-330200" algn="ctr">
              <a:lnSpc>
                <a:spcPct val="90000"/>
              </a:lnSpc>
              <a:spcBef>
                <a:spcPts val="400"/>
              </a:spcBef>
              <a:spcAft>
                <a:spcPts val="0"/>
              </a:spcAft>
              <a:buClr>
                <a:schemeClr val="lt1"/>
              </a:buClr>
              <a:buSzPts val="1600"/>
              <a:buChar char="•"/>
              <a:defRPr>
                <a:solidFill>
                  <a:srgbClr val="FF0000"/>
                </a:solidFill>
              </a:defRPr>
            </a:lvl4pPr>
            <a:lvl5pPr marL="2286000" lvl="4" indent="-228600" algn="ctr">
              <a:lnSpc>
                <a:spcPct val="90000"/>
              </a:lnSpc>
              <a:spcBef>
                <a:spcPts val="800"/>
              </a:spcBef>
              <a:spcAft>
                <a:spcPts val="0"/>
              </a:spcAft>
              <a:buClr>
                <a:schemeClr val="dk2"/>
              </a:buClr>
              <a:buSzPts val="2000"/>
              <a:buNone/>
              <a:defRPr>
                <a:solidFill>
                  <a:schemeClr val="dk2"/>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49" name="Google Shape;2049;p42"/>
          <p:cNvSpPr txBox="1">
            <a:spLocks noGrp="1"/>
          </p:cNvSpPr>
          <p:nvPr>
            <p:ph type="body" idx="3"/>
          </p:nvPr>
        </p:nvSpPr>
        <p:spPr>
          <a:xfrm>
            <a:off x="6292049" y="3992036"/>
            <a:ext cx="2283713" cy="159459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400"/>
              </a:spcBef>
              <a:spcAft>
                <a:spcPts val="0"/>
              </a:spcAft>
              <a:buClr>
                <a:schemeClr val="dk2"/>
              </a:buClr>
              <a:buSzPts val="2000"/>
              <a:buNone/>
              <a:defRPr b="1">
                <a:solidFill>
                  <a:schemeClr val="dk2"/>
                </a:solidFill>
              </a:defRPr>
            </a:lvl1pPr>
            <a:lvl2pPr marL="914400" lvl="1" indent="-228600" algn="ctr">
              <a:lnSpc>
                <a:spcPct val="90000"/>
              </a:lnSpc>
              <a:spcBef>
                <a:spcPts val="400"/>
              </a:spcBef>
              <a:spcAft>
                <a:spcPts val="0"/>
              </a:spcAft>
              <a:buClr>
                <a:schemeClr val="dk2"/>
              </a:buClr>
              <a:buSzPts val="1800"/>
              <a:buNone/>
              <a:defRPr>
                <a:solidFill>
                  <a:schemeClr val="dk2"/>
                </a:solidFill>
              </a:defRPr>
            </a:lvl2pPr>
            <a:lvl3pPr marL="1371600" lvl="2" indent="-342900" algn="ctr">
              <a:lnSpc>
                <a:spcPct val="90000"/>
              </a:lnSpc>
              <a:spcBef>
                <a:spcPts val="400"/>
              </a:spcBef>
              <a:spcAft>
                <a:spcPts val="0"/>
              </a:spcAft>
              <a:buClr>
                <a:schemeClr val="lt1"/>
              </a:buClr>
              <a:buSzPts val="1800"/>
              <a:buChar char="•"/>
              <a:defRPr>
                <a:solidFill>
                  <a:srgbClr val="FF0000"/>
                </a:solidFill>
              </a:defRPr>
            </a:lvl3pPr>
            <a:lvl4pPr marL="1828800" lvl="3" indent="-330200" algn="ctr">
              <a:lnSpc>
                <a:spcPct val="90000"/>
              </a:lnSpc>
              <a:spcBef>
                <a:spcPts val="400"/>
              </a:spcBef>
              <a:spcAft>
                <a:spcPts val="0"/>
              </a:spcAft>
              <a:buClr>
                <a:schemeClr val="lt1"/>
              </a:buClr>
              <a:buSzPts val="1600"/>
              <a:buChar char="•"/>
              <a:defRPr>
                <a:solidFill>
                  <a:srgbClr val="FF0000"/>
                </a:solidFill>
              </a:defRPr>
            </a:lvl4pPr>
            <a:lvl5pPr marL="2286000" lvl="4" indent="-228600" algn="ctr">
              <a:lnSpc>
                <a:spcPct val="90000"/>
              </a:lnSpc>
              <a:spcBef>
                <a:spcPts val="800"/>
              </a:spcBef>
              <a:spcAft>
                <a:spcPts val="0"/>
              </a:spcAft>
              <a:buClr>
                <a:schemeClr val="dk2"/>
              </a:buClr>
              <a:buSzPts val="2000"/>
              <a:buNone/>
              <a:defRPr>
                <a:solidFill>
                  <a:schemeClr val="dk2"/>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50" name="Google Shape;2050;p42"/>
          <p:cNvSpPr txBox="1">
            <a:spLocks noGrp="1"/>
          </p:cNvSpPr>
          <p:nvPr>
            <p:ph type="body" idx="4"/>
          </p:nvPr>
        </p:nvSpPr>
        <p:spPr>
          <a:xfrm>
            <a:off x="8990289" y="3993693"/>
            <a:ext cx="2283713" cy="1594593"/>
          </a:xfrm>
          <a:prstGeom prst="rect">
            <a:avLst/>
          </a:prstGeom>
          <a:noFill/>
          <a:ln>
            <a:noFill/>
          </a:ln>
        </p:spPr>
        <p:txBody>
          <a:bodyPr spcFirstLastPara="1" wrap="square" lIns="0" tIns="0" rIns="0" bIns="0" anchor="t" anchorCtr="0">
            <a:normAutofit/>
          </a:bodyPr>
          <a:lstStyle>
            <a:lvl1pPr marL="457200" lvl="0" indent="-228600" algn="ctr">
              <a:lnSpc>
                <a:spcPct val="90000"/>
              </a:lnSpc>
              <a:spcBef>
                <a:spcPts val="400"/>
              </a:spcBef>
              <a:spcAft>
                <a:spcPts val="0"/>
              </a:spcAft>
              <a:buClr>
                <a:schemeClr val="dk2"/>
              </a:buClr>
              <a:buSzPts val="2000"/>
              <a:buNone/>
              <a:defRPr b="1">
                <a:solidFill>
                  <a:schemeClr val="dk2"/>
                </a:solidFill>
              </a:defRPr>
            </a:lvl1pPr>
            <a:lvl2pPr marL="914400" lvl="1" indent="-228600" algn="ctr">
              <a:lnSpc>
                <a:spcPct val="90000"/>
              </a:lnSpc>
              <a:spcBef>
                <a:spcPts val="400"/>
              </a:spcBef>
              <a:spcAft>
                <a:spcPts val="0"/>
              </a:spcAft>
              <a:buClr>
                <a:schemeClr val="dk2"/>
              </a:buClr>
              <a:buSzPts val="1800"/>
              <a:buNone/>
              <a:defRPr>
                <a:solidFill>
                  <a:schemeClr val="dk2"/>
                </a:solidFill>
              </a:defRPr>
            </a:lvl2pPr>
            <a:lvl3pPr marL="1371600" lvl="2" indent="-342900" algn="ctr">
              <a:lnSpc>
                <a:spcPct val="90000"/>
              </a:lnSpc>
              <a:spcBef>
                <a:spcPts val="400"/>
              </a:spcBef>
              <a:spcAft>
                <a:spcPts val="0"/>
              </a:spcAft>
              <a:buClr>
                <a:schemeClr val="lt1"/>
              </a:buClr>
              <a:buSzPts val="1800"/>
              <a:buChar char="•"/>
              <a:defRPr>
                <a:solidFill>
                  <a:srgbClr val="FF0000"/>
                </a:solidFill>
              </a:defRPr>
            </a:lvl3pPr>
            <a:lvl4pPr marL="1828800" lvl="3" indent="-330200" algn="ctr">
              <a:lnSpc>
                <a:spcPct val="90000"/>
              </a:lnSpc>
              <a:spcBef>
                <a:spcPts val="400"/>
              </a:spcBef>
              <a:spcAft>
                <a:spcPts val="0"/>
              </a:spcAft>
              <a:buClr>
                <a:schemeClr val="lt1"/>
              </a:buClr>
              <a:buSzPts val="1600"/>
              <a:buChar char="•"/>
              <a:defRPr>
                <a:solidFill>
                  <a:srgbClr val="FF0000"/>
                </a:solidFill>
              </a:defRPr>
            </a:lvl4pPr>
            <a:lvl5pPr marL="2286000" lvl="4" indent="-228600" algn="ctr">
              <a:lnSpc>
                <a:spcPct val="90000"/>
              </a:lnSpc>
              <a:spcBef>
                <a:spcPts val="800"/>
              </a:spcBef>
              <a:spcAft>
                <a:spcPts val="0"/>
              </a:spcAft>
              <a:buClr>
                <a:schemeClr val="dk2"/>
              </a:buClr>
              <a:buSzPts val="2000"/>
              <a:buNone/>
              <a:defRPr>
                <a:solidFill>
                  <a:schemeClr val="dk2"/>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003438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2 column)">
  <p:cSld name="Title and content (2 column)">
    <p:bg>
      <p:bgPr>
        <a:solidFill>
          <a:schemeClr val="lt1"/>
        </a:solidFill>
        <a:effectLst/>
      </p:bgPr>
    </p:bg>
    <p:spTree>
      <p:nvGrpSpPr>
        <p:cNvPr id="1" name="Shape 2051"/>
        <p:cNvGrpSpPr/>
        <p:nvPr/>
      </p:nvGrpSpPr>
      <p:grpSpPr>
        <a:xfrm>
          <a:off x="0" y="0"/>
          <a:ext cx="0" cy="0"/>
          <a:chOff x="0" y="0"/>
          <a:chExt cx="0" cy="0"/>
        </a:xfrm>
      </p:grpSpPr>
      <p:sp>
        <p:nvSpPr>
          <p:cNvPr id="2052" name="Google Shape;2052;p43"/>
          <p:cNvSpPr/>
          <p:nvPr/>
        </p:nvSpPr>
        <p:spPr>
          <a:xfrm>
            <a:off x="0" y="0"/>
            <a:ext cx="12204703"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053" name="Google Shape;2053;p43"/>
          <p:cNvSpPr txBox="1">
            <a:spLocks noGrp="1"/>
          </p:cNvSpPr>
          <p:nvPr>
            <p:ph type="title"/>
          </p:nvPr>
        </p:nvSpPr>
        <p:spPr>
          <a:xfrm>
            <a:off x="514800" y="897616"/>
            <a:ext cx="5256581" cy="793072"/>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accent2"/>
              </a:buClr>
              <a:buSzPts val="28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4" name="Google Shape;2054;p43"/>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13A05448-7E92-4EED-B8CB-4F6FAEB9709B}"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2055" name="Google Shape;2055;p43"/>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2056" name="Google Shape;2056;p43"/>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sp>
        <p:nvSpPr>
          <p:cNvPr id="2057" name="Google Shape;2057;p43"/>
          <p:cNvSpPr txBox="1">
            <a:spLocks noGrp="1"/>
          </p:cNvSpPr>
          <p:nvPr>
            <p:ph type="body" idx="1"/>
          </p:nvPr>
        </p:nvSpPr>
        <p:spPr>
          <a:xfrm>
            <a:off x="514799" y="2263939"/>
            <a:ext cx="10010326" cy="369644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dk2"/>
              </a:buClr>
              <a:buSzPts val="2000"/>
              <a:buNone/>
              <a:defRPr>
                <a:solidFill>
                  <a:schemeClr val="dk2"/>
                </a:solidFill>
              </a:defRPr>
            </a:lvl1pPr>
            <a:lvl2pPr marL="914400" lvl="1" indent="-228600" algn="l">
              <a:lnSpc>
                <a:spcPct val="90000"/>
              </a:lnSpc>
              <a:spcBef>
                <a:spcPts val="400"/>
              </a:spcBef>
              <a:spcAft>
                <a:spcPts val="0"/>
              </a:spcAft>
              <a:buClr>
                <a:schemeClr val="dk2"/>
              </a:buClr>
              <a:buSzPts val="1800"/>
              <a:buNone/>
              <a:defRPr>
                <a:solidFill>
                  <a:schemeClr val="dk2"/>
                </a:solidFill>
              </a:defRPr>
            </a:lvl2pPr>
            <a:lvl3pPr marL="1371600" lvl="2" indent="-342900" algn="l">
              <a:lnSpc>
                <a:spcPct val="90000"/>
              </a:lnSpc>
              <a:spcBef>
                <a:spcPts val="400"/>
              </a:spcBef>
              <a:spcAft>
                <a:spcPts val="0"/>
              </a:spcAft>
              <a:buClr>
                <a:schemeClr val="accent2"/>
              </a:buClr>
              <a:buSzPts val="1800"/>
              <a:buChar char="•"/>
              <a:defRPr>
                <a:solidFill>
                  <a:schemeClr val="dk2"/>
                </a:solidFill>
              </a:defRPr>
            </a:lvl3pPr>
            <a:lvl4pPr marL="1828800" lvl="3" indent="-330200" algn="l">
              <a:lnSpc>
                <a:spcPct val="90000"/>
              </a:lnSpc>
              <a:spcBef>
                <a:spcPts val="400"/>
              </a:spcBef>
              <a:spcAft>
                <a:spcPts val="0"/>
              </a:spcAft>
              <a:buClr>
                <a:schemeClr val="accent2"/>
              </a:buClr>
              <a:buSzPts val="1600"/>
              <a:buChar char="•"/>
              <a:defRPr>
                <a:solidFill>
                  <a:schemeClr val="dk2"/>
                </a:solidFill>
              </a:defRPr>
            </a:lvl4pPr>
            <a:lvl5pPr marL="2286000" lvl="4" indent="-228600" algn="l">
              <a:lnSpc>
                <a:spcPct val="90000"/>
              </a:lnSpc>
              <a:spcBef>
                <a:spcPts val="800"/>
              </a:spcBef>
              <a:spcAft>
                <a:spcPts val="0"/>
              </a:spcAft>
              <a:buClr>
                <a:schemeClr val="dk2"/>
              </a:buClr>
              <a:buSzPts val="2000"/>
              <a:buNone/>
              <a:defRPr>
                <a:solidFill>
                  <a:schemeClr val="dk2"/>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2058" name="Google Shape;2058;p43"/>
          <p:cNvGrpSpPr/>
          <p:nvPr/>
        </p:nvGrpSpPr>
        <p:grpSpPr>
          <a:xfrm>
            <a:off x="-2040904" y="3988723"/>
            <a:ext cx="1872208" cy="2902681"/>
            <a:chOff x="6195941" y="562596"/>
            <a:chExt cx="1872208" cy="2902681"/>
          </a:xfrm>
        </p:grpSpPr>
        <p:grpSp>
          <p:nvGrpSpPr>
            <p:cNvPr id="2059" name="Google Shape;2059;p43"/>
            <p:cNvGrpSpPr/>
            <p:nvPr/>
          </p:nvGrpSpPr>
          <p:grpSpPr>
            <a:xfrm>
              <a:off x="6195941" y="832626"/>
              <a:ext cx="1872208" cy="2632651"/>
              <a:chOff x="-1872716" y="660661"/>
              <a:chExt cx="1872208" cy="1974490"/>
            </a:xfrm>
          </p:grpSpPr>
          <p:sp>
            <p:nvSpPr>
              <p:cNvPr id="2060" name="Google Shape;2060;p43"/>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061" name="Google Shape;2061;p43" descr="icon_information-white.pn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2062" name="Google Shape;2062;p43"/>
            <p:cNvGrpSpPr/>
            <p:nvPr/>
          </p:nvGrpSpPr>
          <p:grpSpPr>
            <a:xfrm>
              <a:off x="6303954" y="562596"/>
              <a:ext cx="540060" cy="540060"/>
              <a:chOff x="6303954" y="562596"/>
              <a:chExt cx="540060" cy="540060"/>
            </a:xfrm>
          </p:grpSpPr>
          <p:sp>
            <p:nvSpPr>
              <p:cNvPr id="2063" name="Google Shape;2063;p43"/>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2064" name="Google Shape;2064;p43" descr="increase_indent.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2065" name="Google Shape;2065;p43"/>
          <p:cNvSpPr/>
          <p:nvPr/>
        </p:nvSpPr>
        <p:spPr>
          <a:xfrm>
            <a:off x="4632603" y="2060848"/>
            <a:ext cx="8856864" cy="6202383"/>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rgbClr val="AEABAB">
              <a:alpha val="9803"/>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nvGrpSpPr>
          <p:cNvPr id="2066" name="Google Shape;2066;p43"/>
          <p:cNvGrpSpPr/>
          <p:nvPr/>
        </p:nvGrpSpPr>
        <p:grpSpPr>
          <a:xfrm>
            <a:off x="10555200" y="295200"/>
            <a:ext cx="1192705" cy="478800"/>
            <a:chOff x="1899" y="899"/>
            <a:chExt cx="4165" cy="1672"/>
          </a:xfrm>
        </p:grpSpPr>
        <p:sp>
          <p:nvSpPr>
            <p:cNvPr id="2067" name="Google Shape;2067;p43"/>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68" name="Google Shape;2068;p43"/>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69" name="Google Shape;2069;p43"/>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70" name="Google Shape;2070;p43"/>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71" name="Google Shape;2071;p43"/>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72" name="Google Shape;2072;p43"/>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73" name="Google Shape;2073;p43"/>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74" name="Google Shape;2074;p43"/>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75" name="Google Shape;2075;p43"/>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76" name="Google Shape;2076;p43"/>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77" name="Google Shape;2077;p43"/>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78" name="Google Shape;2078;p43"/>
            <p:cNvSpPr/>
            <p:nvPr/>
          </p:nvSpPr>
          <p:spPr>
            <a:xfrm>
              <a:off x="2762" y="2203"/>
              <a:ext cx="28"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79" name="Google Shape;2079;p43"/>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80" name="Google Shape;2080;p43"/>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81" name="Google Shape;2081;p43"/>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82" name="Google Shape;2082;p43"/>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83" name="Google Shape;2083;p43"/>
            <p:cNvSpPr/>
            <p:nvPr/>
          </p:nvSpPr>
          <p:spPr>
            <a:xfrm>
              <a:off x="3203" y="2203"/>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84" name="Google Shape;2084;p43"/>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85" name="Google Shape;2085;p43"/>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86" name="Google Shape;2086;p43"/>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87" name="Google Shape;2087;p43"/>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88" name="Google Shape;2088;p43"/>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89" name="Google Shape;2089;p43"/>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90" name="Google Shape;2090;p43"/>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91" name="Google Shape;2091;p43"/>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92" name="Google Shape;2092;p43"/>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93" name="Google Shape;2093;p43"/>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94" name="Google Shape;2094;p43"/>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95" name="Google Shape;2095;p43"/>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96" name="Google Shape;2096;p43"/>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97" name="Google Shape;2097;p43"/>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98" name="Google Shape;2098;p43"/>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099" name="Google Shape;2099;p43"/>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00" name="Google Shape;2100;p43"/>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01" name="Google Shape;2101;p43"/>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02" name="Google Shape;2102;p43"/>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03" name="Google Shape;2103;p43"/>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04" name="Google Shape;2104;p43"/>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05" name="Google Shape;2105;p43"/>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06" name="Google Shape;2106;p43"/>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07" name="Google Shape;2107;p43"/>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08" name="Google Shape;2108;p43"/>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09" name="Google Shape;2109;p43"/>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10" name="Google Shape;2110;p43"/>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11" name="Google Shape;2111;p43"/>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12" name="Google Shape;2112;p43"/>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13" name="Google Shape;2113;p43"/>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14" name="Google Shape;2114;p43"/>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15" name="Google Shape;2115;p43"/>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16" name="Google Shape;2116;p43"/>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17" name="Google Shape;2117;p43"/>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18" name="Google Shape;2118;p43"/>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19" name="Google Shape;2119;p43"/>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20" name="Google Shape;2120;p43"/>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21" name="Google Shape;2121;p43"/>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22" name="Google Shape;2122;p43"/>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23" name="Google Shape;2123;p43"/>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24" name="Google Shape;2124;p43"/>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25" name="Google Shape;2125;p43"/>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26" name="Google Shape;2126;p43"/>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27" name="Google Shape;2127;p43"/>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28" name="Google Shape;2128;p43"/>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29" name="Google Shape;2129;p43"/>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30" name="Google Shape;2130;p43"/>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31" name="Google Shape;2131;p43"/>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32" name="Google Shape;2132;p43"/>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33" name="Google Shape;2133;p43"/>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34" name="Google Shape;2134;p43"/>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35" name="Google Shape;2135;p43"/>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36" name="Google Shape;2136;p43"/>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37" name="Google Shape;2137;p43"/>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38" name="Google Shape;2138;p43"/>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39" name="Google Shape;2139;p43"/>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40" name="Google Shape;2140;p43"/>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41" name="Google Shape;2141;p43"/>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42" name="Google Shape;2142;p43"/>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43" name="Google Shape;2143;p43"/>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44" name="Google Shape;2144;p43"/>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45" name="Google Shape;2145;p43"/>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46" name="Google Shape;2146;p43"/>
            <p:cNvSpPr/>
            <p:nvPr/>
          </p:nvSpPr>
          <p:spPr>
            <a:xfrm>
              <a:off x="4838" y="2425"/>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47" name="Google Shape;2147;p43"/>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48" name="Google Shape;2148;p43"/>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49" name="Google Shape;2149;p43"/>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50" name="Google Shape;2150;p43"/>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51" name="Google Shape;2151;p43"/>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52" name="Google Shape;2152;p43"/>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53" name="Google Shape;2153;p43"/>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54" name="Google Shape;2154;p43"/>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55" name="Google Shape;2155;p43"/>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56" name="Google Shape;2156;p43"/>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57" name="Google Shape;2157;p43"/>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58" name="Google Shape;2158;p43"/>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59" name="Google Shape;2159;p43"/>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2160" name="Google Shape;2160;p43"/>
            <p:cNvCxnSpPr/>
            <p:nvPr/>
          </p:nvCxnSpPr>
          <p:spPr>
            <a:xfrm>
              <a:off x="3964" y="2205"/>
              <a:ext cx="0" cy="366"/>
            </a:xfrm>
            <a:prstGeom prst="straightConnector1">
              <a:avLst/>
            </a:prstGeom>
            <a:noFill/>
            <a:ln w="14275" cap="flat" cmpd="sng">
              <a:solidFill>
                <a:srgbClr val="20406F"/>
              </a:solidFill>
              <a:prstDash val="solid"/>
              <a:miter lim="800000"/>
              <a:headEnd type="none" w="med" len="med"/>
              <a:tailEnd type="none" w="med" len="med"/>
            </a:ln>
          </p:spPr>
        </p:cxnSp>
      </p:grpSp>
    </p:spTree>
    <p:extLst>
      <p:ext uri="{BB962C8B-B14F-4D97-AF65-F5344CB8AC3E}">
        <p14:creationId xmlns:p14="http://schemas.microsoft.com/office/powerpoint/2010/main" val="3668945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extLst mod="1">
    <p:ext uri="{DCECCB84-F9BA-43D5-87BE-67443E8EF086}">
      <p15:sldGuideLst xmlns:p15="http://schemas.microsoft.com/office/powerpoint/2012/main">
        <p15:guide id="1" orient="horz" pos="2160">
          <p15:clr>
            <a:srgbClr val="FBAE40"/>
          </p15:clr>
        </p15:guide>
        <p15:guide id="2" pos="663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larger text">
  <p:cSld name="Title and content larger text">
    <p:bg>
      <p:bgPr>
        <a:solidFill>
          <a:schemeClr val="lt1"/>
        </a:solidFill>
        <a:effectLst/>
      </p:bgPr>
    </p:bg>
    <p:spTree>
      <p:nvGrpSpPr>
        <p:cNvPr id="1" name="Shape 2161"/>
        <p:cNvGrpSpPr/>
        <p:nvPr/>
      </p:nvGrpSpPr>
      <p:grpSpPr>
        <a:xfrm>
          <a:off x="0" y="0"/>
          <a:ext cx="0" cy="0"/>
          <a:chOff x="0" y="0"/>
          <a:chExt cx="0" cy="0"/>
        </a:xfrm>
      </p:grpSpPr>
      <p:sp>
        <p:nvSpPr>
          <p:cNvPr id="2162" name="Google Shape;2162;p44"/>
          <p:cNvSpPr/>
          <p:nvPr/>
        </p:nvSpPr>
        <p:spPr>
          <a:xfrm>
            <a:off x="0" y="0"/>
            <a:ext cx="12204703"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163" name="Google Shape;2163;p44"/>
          <p:cNvSpPr txBox="1">
            <a:spLocks noGrp="1"/>
          </p:cNvSpPr>
          <p:nvPr>
            <p:ph type="title"/>
          </p:nvPr>
        </p:nvSpPr>
        <p:spPr>
          <a:xfrm>
            <a:off x="514800" y="897616"/>
            <a:ext cx="5256581" cy="793072"/>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accent2"/>
              </a:buClr>
              <a:buSzPts val="28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64" name="Google Shape;2164;p44"/>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2F1A86E9-DDD0-49B9-A93D-1D86442FF5E6}"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2165" name="Google Shape;2165;p44"/>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2166" name="Google Shape;2166;p44"/>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sp>
        <p:nvSpPr>
          <p:cNvPr id="2167" name="Google Shape;2167;p44"/>
          <p:cNvSpPr txBox="1">
            <a:spLocks noGrp="1"/>
          </p:cNvSpPr>
          <p:nvPr>
            <p:ph type="body" idx="1"/>
          </p:nvPr>
        </p:nvSpPr>
        <p:spPr>
          <a:xfrm>
            <a:off x="514799" y="2263939"/>
            <a:ext cx="10010326" cy="369644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dk2"/>
              </a:buClr>
              <a:buSzPts val="2800"/>
              <a:buNone/>
              <a:defRPr sz="2800">
                <a:solidFill>
                  <a:schemeClr val="dk2"/>
                </a:solidFill>
              </a:defRPr>
            </a:lvl1pPr>
            <a:lvl2pPr marL="914400" lvl="1" indent="-228600" algn="l">
              <a:lnSpc>
                <a:spcPct val="90000"/>
              </a:lnSpc>
              <a:spcBef>
                <a:spcPts val="400"/>
              </a:spcBef>
              <a:spcAft>
                <a:spcPts val="0"/>
              </a:spcAft>
              <a:buClr>
                <a:schemeClr val="dk2"/>
              </a:buClr>
              <a:buSzPts val="1800"/>
              <a:buNone/>
              <a:defRPr sz="1800">
                <a:solidFill>
                  <a:schemeClr val="dk2"/>
                </a:solidFill>
              </a:defRPr>
            </a:lvl2pPr>
            <a:lvl3pPr marL="1371600" lvl="2" indent="-342900" algn="l">
              <a:lnSpc>
                <a:spcPct val="90000"/>
              </a:lnSpc>
              <a:spcBef>
                <a:spcPts val="400"/>
              </a:spcBef>
              <a:spcAft>
                <a:spcPts val="0"/>
              </a:spcAft>
              <a:buClr>
                <a:schemeClr val="accent2"/>
              </a:buClr>
              <a:buSzPts val="1800"/>
              <a:buChar char="•"/>
              <a:defRPr sz="1800">
                <a:solidFill>
                  <a:schemeClr val="dk2"/>
                </a:solidFill>
              </a:defRPr>
            </a:lvl3pPr>
            <a:lvl4pPr marL="1828800" lvl="3" indent="-330200" algn="l">
              <a:lnSpc>
                <a:spcPct val="90000"/>
              </a:lnSpc>
              <a:spcBef>
                <a:spcPts val="400"/>
              </a:spcBef>
              <a:spcAft>
                <a:spcPts val="0"/>
              </a:spcAft>
              <a:buClr>
                <a:schemeClr val="accent2"/>
              </a:buClr>
              <a:buSzPts val="1600"/>
              <a:buChar char="•"/>
              <a:defRPr sz="1600">
                <a:solidFill>
                  <a:schemeClr val="dk2"/>
                </a:solidFill>
              </a:defRPr>
            </a:lvl4pPr>
            <a:lvl5pPr marL="2286000" lvl="4" indent="-228600" algn="l">
              <a:lnSpc>
                <a:spcPct val="90000"/>
              </a:lnSpc>
              <a:spcBef>
                <a:spcPts val="800"/>
              </a:spcBef>
              <a:spcAft>
                <a:spcPts val="0"/>
              </a:spcAft>
              <a:buClr>
                <a:schemeClr val="dk2"/>
              </a:buClr>
              <a:buSzPts val="2800"/>
              <a:buNone/>
              <a:defRPr sz="2800">
                <a:solidFill>
                  <a:schemeClr val="dk2"/>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2168" name="Google Shape;2168;p44"/>
          <p:cNvGrpSpPr/>
          <p:nvPr/>
        </p:nvGrpSpPr>
        <p:grpSpPr>
          <a:xfrm>
            <a:off x="-2040904" y="3988723"/>
            <a:ext cx="1872208" cy="2902681"/>
            <a:chOff x="6195941" y="562596"/>
            <a:chExt cx="1872208" cy="2902681"/>
          </a:xfrm>
        </p:grpSpPr>
        <p:grpSp>
          <p:nvGrpSpPr>
            <p:cNvPr id="2169" name="Google Shape;2169;p44"/>
            <p:cNvGrpSpPr/>
            <p:nvPr/>
          </p:nvGrpSpPr>
          <p:grpSpPr>
            <a:xfrm>
              <a:off x="6195941" y="832626"/>
              <a:ext cx="1872208" cy="2632651"/>
              <a:chOff x="-1872716" y="660661"/>
              <a:chExt cx="1872208" cy="1974490"/>
            </a:xfrm>
          </p:grpSpPr>
          <p:sp>
            <p:nvSpPr>
              <p:cNvPr id="2170" name="Google Shape;2170;p44"/>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171" name="Google Shape;2171;p44" descr="icon_information-white.pn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2172" name="Google Shape;2172;p44"/>
            <p:cNvGrpSpPr/>
            <p:nvPr/>
          </p:nvGrpSpPr>
          <p:grpSpPr>
            <a:xfrm>
              <a:off x="6303954" y="562596"/>
              <a:ext cx="540060" cy="540060"/>
              <a:chOff x="6303954" y="562596"/>
              <a:chExt cx="540060" cy="540060"/>
            </a:xfrm>
          </p:grpSpPr>
          <p:sp>
            <p:nvSpPr>
              <p:cNvPr id="2173" name="Google Shape;2173;p44"/>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2174" name="Google Shape;2174;p44" descr="increase_indent.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2175" name="Google Shape;2175;p44"/>
          <p:cNvSpPr/>
          <p:nvPr/>
        </p:nvSpPr>
        <p:spPr>
          <a:xfrm>
            <a:off x="2336747" y="-1615423"/>
            <a:ext cx="17131051" cy="11996723"/>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rgbClr val="AEABAB">
              <a:alpha val="9803"/>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nvGrpSpPr>
          <p:cNvPr id="2176" name="Google Shape;2176;p44"/>
          <p:cNvGrpSpPr/>
          <p:nvPr/>
        </p:nvGrpSpPr>
        <p:grpSpPr>
          <a:xfrm>
            <a:off x="10555200" y="295200"/>
            <a:ext cx="1192705" cy="478800"/>
            <a:chOff x="1899" y="899"/>
            <a:chExt cx="4165" cy="1672"/>
          </a:xfrm>
        </p:grpSpPr>
        <p:sp>
          <p:nvSpPr>
            <p:cNvPr id="2177" name="Google Shape;2177;p44"/>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78" name="Google Shape;2178;p44"/>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79" name="Google Shape;2179;p44"/>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80" name="Google Shape;2180;p44"/>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81" name="Google Shape;2181;p44"/>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82" name="Google Shape;2182;p44"/>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83" name="Google Shape;2183;p44"/>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84" name="Google Shape;2184;p44"/>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85" name="Google Shape;2185;p44"/>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86" name="Google Shape;2186;p44"/>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87" name="Google Shape;2187;p44"/>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88" name="Google Shape;2188;p44"/>
            <p:cNvSpPr/>
            <p:nvPr/>
          </p:nvSpPr>
          <p:spPr>
            <a:xfrm>
              <a:off x="2762" y="2203"/>
              <a:ext cx="28"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89" name="Google Shape;2189;p44"/>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90" name="Google Shape;2190;p44"/>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91" name="Google Shape;2191;p44"/>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92" name="Google Shape;2192;p44"/>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93" name="Google Shape;2193;p44"/>
            <p:cNvSpPr/>
            <p:nvPr/>
          </p:nvSpPr>
          <p:spPr>
            <a:xfrm>
              <a:off x="3203" y="2203"/>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94" name="Google Shape;2194;p44"/>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95" name="Google Shape;2195;p44"/>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96" name="Google Shape;2196;p44"/>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97" name="Google Shape;2197;p44"/>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98" name="Google Shape;2198;p44"/>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199" name="Google Shape;2199;p44"/>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00" name="Google Shape;2200;p44"/>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01" name="Google Shape;2201;p44"/>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02" name="Google Shape;2202;p44"/>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03" name="Google Shape;2203;p44"/>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04" name="Google Shape;2204;p44"/>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05" name="Google Shape;2205;p44"/>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06" name="Google Shape;2206;p44"/>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07" name="Google Shape;2207;p44"/>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08" name="Google Shape;2208;p44"/>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09" name="Google Shape;2209;p44"/>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10" name="Google Shape;2210;p44"/>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11" name="Google Shape;2211;p44"/>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12" name="Google Shape;2212;p44"/>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13" name="Google Shape;2213;p44"/>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14" name="Google Shape;2214;p44"/>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15" name="Google Shape;2215;p44"/>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16" name="Google Shape;2216;p44"/>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17" name="Google Shape;2217;p44"/>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18" name="Google Shape;2218;p44"/>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19" name="Google Shape;2219;p44"/>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20" name="Google Shape;2220;p44"/>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21" name="Google Shape;2221;p44"/>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22" name="Google Shape;2222;p44"/>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23" name="Google Shape;2223;p44"/>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24" name="Google Shape;2224;p44"/>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25" name="Google Shape;2225;p44"/>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26" name="Google Shape;2226;p44"/>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27" name="Google Shape;2227;p44"/>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28" name="Google Shape;2228;p44"/>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29" name="Google Shape;2229;p44"/>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30" name="Google Shape;2230;p44"/>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31" name="Google Shape;2231;p44"/>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32" name="Google Shape;2232;p44"/>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33" name="Google Shape;2233;p44"/>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34" name="Google Shape;2234;p44"/>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35" name="Google Shape;2235;p44"/>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36" name="Google Shape;2236;p44"/>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37" name="Google Shape;2237;p44"/>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38" name="Google Shape;2238;p44"/>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39" name="Google Shape;2239;p44"/>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40" name="Google Shape;2240;p44"/>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41" name="Google Shape;2241;p44"/>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42" name="Google Shape;2242;p44"/>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43" name="Google Shape;2243;p44"/>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44" name="Google Shape;2244;p44"/>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45" name="Google Shape;2245;p44"/>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46" name="Google Shape;2246;p44"/>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47" name="Google Shape;2247;p44"/>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48" name="Google Shape;2248;p44"/>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49" name="Google Shape;2249;p44"/>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50" name="Google Shape;2250;p44"/>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51" name="Google Shape;2251;p44"/>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52" name="Google Shape;2252;p44"/>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53" name="Google Shape;2253;p44"/>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54" name="Google Shape;2254;p44"/>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55" name="Google Shape;2255;p44"/>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56" name="Google Shape;2256;p44"/>
            <p:cNvSpPr/>
            <p:nvPr/>
          </p:nvSpPr>
          <p:spPr>
            <a:xfrm>
              <a:off x="4838" y="2425"/>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57" name="Google Shape;2257;p44"/>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58" name="Google Shape;2258;p44"/>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59" name="Google Shape;2259;p44"/>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60" name="Google Shape;2260;p44"/>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61" name="Google Shape;2261;p44"/>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62" name="Google Shape;2262;p44"/>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63" name="Google Shape;2263;p44"/>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64" name="Google Shape;2264;p44"/>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65" name="Google Shape;2265;p44"/>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66" name="Google Shape;2266;p44"/>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67" name="Google Shape;2267;p44"/>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68" name="Google Shape;2268;p44"/>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69" name="Google Shape;2269;p44"/>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2270" name="Google Shape;2270;p44"/>
            <p:cNvCxnSpPr/>
            <p:nvPr/>
          </p:nvCxnSpPr>
          <p:spPr>
            <a:xfrm>
              <a:off x="3964" y="2205"/>
              <a:ext cx="0" cy="366"/>
            </a:xfrm>
            <a:prstGeom prst="straightConnector1">
              <a:avLst/>
            </a:prstGeom>
            <a:noFill/>
            <a:ln w="14275" cap="flat" cmpd="sng">
              <a:solidFill>
                <a:srgbClr val="20406F"/>
              </a:solidFill>
              <a:prstDash val="solid"/>
              <a:miter lim="800000"/>
              <a:headEnd type="none" w="med" len="med"/>
              <a:tailEnd type="none" w="med" len="med"/>
            </a:ln>
          </p:spPr>
        </p:cxnSp>
      </p:grpSp>
    </p:spTree>
    <p:extLst>
      <p:ext uri="{BB962C8B-B14F-4D97-AF65-F5344CB8AC3E}">
        <p14:creationId xmlns:p14="http://schemas.microsoft.com/office/powerpoint/2010/main" val="3056611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extLst mod="1">
    <p:ext uri="{DCECCB84-F9BA-43D5-87BE-67443E8EF086}">
      <p15:sldGuideLst xmlns:p15="http://schemas.microsoft.com/office/powerpoint/2012/main">
        <p15:guide id="1" orient="horz" pos="2160">
          <p15:clr>
            <a:srgbClr val="FBAE40"/>
          </p15:clr>
        </p15:guide>
        <p15:guide id="2" pos="663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2 x content">
  <p:cSld name="Title and 2 x content">
    <p:bg>
      <p:bgPr>
        <a:solidFill>
          <a:schemeClr val="lt1"/>
        </a:solidFill>
        <a:effectLst/>
      </p:bgPr>
    </p:bg>
    <p:spTree>
      <p:nvGrpSpPr>
        <p:cNvPr id="1" name="Shape 2271"/>
        <p:cNvGrpSpPr/>
        <p:nvPr/>
      </p:nvGrpSpPr>
      <p:grpSpPr>
        <a:xfrm>
          <a:off x="0" y="0"/>
          <a:ext cx="0" cy="0"/>
          <a:chOff x="0" y="0"/>
          <a:chExt cx="0" cy="0"/>
        </a:xfrm>
      </p:grpSpPr>
      <p:sp>
        <p:nvSpPr>
          <p:cNvPr id="2272" name="Google Shape;2272;p45"/>
          <p:cNvSpPr/>
          <p:nvPr/>
        </p:nvSpPr>
        <p:spPr>
          <a:xfrm>
            <a:off x="0" y="0"/>
            <a:ext cx="12204703"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2273" name="Google Shape;2273;p45"/>
          <p:cNvSpPr txBox="1">
            <a:spLocks noGrp="1"/>
          </p:cNvSpPr>
          <p:nvPr>
            <p:ph type="title"/>
          </p:nvPr>
        </p:nvSpPr>
        <p:spPr>
          <a:xfrm>
            <a:off x="514800" y="897616"/>
            <a:ext cx="5256581" cy="793072"/>
          </a:xfrm>
          <a:prstGeom prst="rect">
            <a:avLst/>
          </a:prstGeom>
          <a:noFill/>
          <a:ln>
            <a:noFill/>
          </a:ln>
        </p:spPr>
        <p:txBody>
          <a:bodyPr spcFirstLastPara="1" wrap="square" lIns="0" tIns="0" rIns="0" bIns="0" anchor="b" anchorCtr="0">
            <a:normAutofit/>
          </a:bodyPr>
          <a:lstStyle>
            <a:lvl1pPr lvl="0" algn="l">
              <a:lnSpc>
                <a:spcPct val="90000"/>
              </a:lnSpc>
              <a:spcBef>
                <a:spcPts val="0"/>
              </a:spcBef>
              <a:spcAft>
                <a:spcPts val="0"/>
              </a:spcAft>
              <a:buClr>
                <a:schemeClr val="accent2"/>
              </a:buClr>
              <a:buSzPts val="28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74" name="Google Shape;2274;p45"/>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C4C5A88-07A2-478F-BA64-253A1E89C7CD}"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2275" name="Google Shape;2275;p45"/>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2276" name="Google Shape;2276;p45"/>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sp>
        <p:nvSpPr>
          <p:cNvPr id="2277" name="Google Shape;2277;p45"/>
          <p:cNvSpPr txBox="1">
            <a:spLocks noGrp="1"/>
          </p:cNvSpPr>
          <p:nvPr>
            <p:ph type="body" idx="1"/>
          </p:nvPr>
        </p:nvSpPr>
        <p:spPr>
          <a:xfrm>
            <a:off x="514799" y="2263939"/>
            <a:ext cx="4788479" cy="369644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dk2"/>
              </a:buClr>
              <a:buSzPts val="2000"/>
              <a:buNone/>
              <a:defRPr>
                <a:solidFill>
                  <a:schemeClr val="dk2"/>
                </a:solidFill>
              </a:defRPr>
            </a:lvl1pPr>
            <a:lvl2pPr marL="914400" lvl="1" indent="-228600" algn="l">
              <a:lnSpc>
                <a:spcPct val="90000"/>
              </a:lnSpc>
              <a:spcBef>
                <a:spcPts val="400"/>
              </a:spcBef>
              <a:spcAft>
                <a:spcPts val="0"/>
              </a:spcAft>
              <a:buClr>
                <a:schemeClr val="dk2"/>
              </a:buClr>
              <a:buSzPts val="1800"/>
              <a:buNone/>
              <a:defRPr>
                <a:solidFill>
                  <a:schemeClr val="dk2"/>
                </a:solidFill>
              </a:defRPr>
            </a:lvl2pPr>
            <a:lvl3pPr marL="1371600" lvl="2" indent="-342900" algn="l">
              <a:lnSpc>
                <a:spcPct val="90000"/>
              </a:lnSpc>
              <a:spcBef>
                <a:spcPts val="400"/>
              </a:spcBef>
              <a:spcAft>
                <a:spcPts val="0"/>
              </a:spcAft>
              <a:buClr>
                <a:schemeClr val="accent2"/>
              </a:buClr>
              <a:buSzPts val="1800"/>
              <a:buChar char="•"/>
              <a:defRPr>
                <a:solidFill>
                  <a:schemeClr val="dk2"/>
                </a:solidFill>
              </a:defRPr>
            </a:lvl3pPr>
            <a:lvl4pPr marL="1828800" lvl="3" indent="-330200" algn="l">
              <a:lnSpc>
                <a:spcPct val="90000"/>
              </a:lnSpc>
              <a:spcBef>
                <a:spcPts val="400"/>
              </a:spcBef>
              <a:spcAft>
                <a:spcPts val="0"/>
              </a:spcAft>
              <a:buClr>
                <a:schemeClr val="accent2"/>
              </a:buClr>
              <a:buSzPts val="1600"/>
              <a:buChar char="•"/>
              <a:defRPr>
                <a:solidFill>
                  <a:schemeClr val="dk2"/>
                </a:solidFill>
              </a:defRPr>
            </a:lvl4pPr>
            <a:lvl5pPr marL="2286000" lvl="4" indent="-228600" algn="l">
              <a:lnSpc>
                <a:spcPct val="90000"/>
              </a:lnSpc>
              <a:spcBef>
                <a:spcPts val="800"/>
              </a:spcBef>
              <a:spcAft>
                <a:spcPts val="0"/>
              </a:spcAft>
              <a:buClr>
                <a:schemeClr val="dk2"/>
              </a:buClr>
              <a:buSzPts val="2000"/>
              <a:buNone/>
              <a:defRPr>
                <a:solidFill>
                  <a:schemeClr val="dk2"/>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2278" name="Google Shape;2278;p45"/>
          <p:cNvGrpSpPr/>
          <p:nvPr/>
        </p:nvGrpSpPr>
        <p:grpSpPr>
          <a:xfrm>
            <a:off x="-2040904" y="3988723"/>
            <a:ext cx="1872208" cy="2902681"/>
            <a:chOff x="6195941" y="562596"/>
            <a:chExt cx="1872208" cy="2902681"/>
          </a:xfrm>
        </p:grpSpPr>
        <p:grpSp>
          <p:nvGrpSpPr>
            <p:cNvPr id="2279" name="Google Shape;2279;p45"/>
            <p:cNvGrpSpPr/>
            <p:nvPr/>
          </p:nvGrpSpPr>
          <p:grpSpPr>
            <a:xfrm>
              <a:off x="6195941" y="832626"/>
              <a:ext cx="1872208" cy="2632651"/>
              <a:chOff x="-1872716" y="660661"/>
              <a:chExt cx="1872208" cy="1974490"/>
            </a:xfrm>
          </p:grpSpPr>
          <p:sp>
            <p:nvSpPr>
              <p:cNvPr id="2280" name="Google Shape;2280;p45"/>
              <p:cNvSpPr txBox="1"/>
              <p:nvPr/>
            </p:nvSpPr>
            <p:spPr>
              <a:xfrm>
                <a:off x="-1872716" y="984698"/>
                <a:ext cx="1872208" cy="1650453"/>
              </a:xfrm>
              <a:prstGeom prst="rect">
                <a:avLst/>
              </a:prstGeom>
              <a:noFill/>
              <a:ln>
                <a:noFill/>
              </a:ln>
            </p:spPr>
            <p:txBody>
              <a:bodyPr spcFirstLastPara="1" wrap="square" lIns="0" tIns="0" rIns="0" bIns="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To format the body text, simply highlight the specific line(s) of text and click ‘tab’ or press ‘increase/decrease list level’ button. If you continue to click the ‘Tab’ button and the text turns red you have tabbed too far and should use the ‘decrease level’ button to return to compliant text.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1100" b="0" i="0" u="none" strike="noStrike" kern="0" cap="none" spc="0" normalizeH="0" baseline="0" noProof="0">
                    <a:ln>
                      <a:noFill/>
                    </a:ln>
                    <a:solidFill>
                      <a:srgbClr val="000000"/>
                    </a:solidFill>
                    <a:effectLst/>
                    <a:uLnTx/>
                    <a:uFillTx/>
                    <a:latin typeface="Calibri"/>
                    <a:ea typeface="Calibri"/>
                    <a:cs typeface="Calibri"/>
                    <a:sym typeface="Calibri"/>
                  </a:rPr>
                  <a:t>Do not use the bullet point button to format your text.</a:t>
                </a:r>
                <a:endParaRPr kumimoji="0" sz="1100" b="0" i="0" u="none" strike="noStrike" kern="0" cap="none" spc="0" normalizeH="0" baseline="0" noProof="0">
                  <a:ln>
                    <a:noFill/>
                  </a:ln>
                  <a:solidFill>
                    <a:srgbClr val="000000"/>
                  </a:solidFill>
                  <a:effectLst/>
                  <a:uLnTx/>
                  <a:uFillTx/>
                  <a:latin typeface="Calibri"/>
                  <a:ea typeface="Calibri"/>
                  <a:cs typeface="Calibri"/>
                  <a:sym typeface="Calibri"/>
                </a:endParaRPr>
              </a:p>
            </p:txBody>
          </p:sp>
          <p:pic>
            <p:nvPicPr>
              <p:cNvPr id="2281" name="Google Shape;2281;p45" descr="icon_information-white.pn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764703" y="660661"/>
                <a:ext cx="121592" cy="240085"/>
              </a:xfrm>
              <a:prstGeom prst="rect">
                <a:avLst/>
              </a:prstGeom>
              <a:noFill/>
              <a:ln>
                <a:noFill/>
              </a:ln>
            </p:spPr>
          </p:pic>
        </p:grpSp>
        <p:grpSp>
          <p:nvGrpSpPr>
            <p:cNvPr id="2282" name="Google Shape;2282;p45"/>
            <p:cNvGrpSpPr/>
            <p:nvPr/>
          </p:nvGrpSpPr>
          <p:grpSpPr>
            <a:xfrm>
              <a:off x="6303954" y="562596"/>
              <a:ext cx="540060" cy="540060"/>
              <a:chOff x="6303954" y="562596"/>
              <a:chExt cx="540060" cy="540060"/>
            </a:xfrm>
          </p:grpSpPr>
          <p:sp>
            <p:nvSpPr>
              <p:cNvPr id="2283" name="Google Shape;2283;p45"/>
              <p:cNvSpPr/>
              <p:nvPr/>
            </p:nvSpPr>
            <p:spPr>
              <a:xfrm>
                <a:off x="6303954" y="562596"/>
                <a:ext cx="540060" cy="540060"/>
              </a:xfrm>
              <a:prstGeom prst="donut">
                <a:avLst>
                  <a:gd name="adj" fmla="val 7083"/>
                </a:avLst>
              </a:prstGeom>
              <a:solidFill>
                <a:srgbClr val="000000"/>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pic>
            <p:nvPicPr>
              <p:cNvPr id="2284" name="Google Shape;2284;p45" descr="increase_indent.png"/>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425212" y="679422"/>
                <a:ext cx="317520" cy="317520"/>
              </a:xfrm>
              <a:prstGeom prst="rect">
                <a:avLst/>
              </a:prstGeom>
              <a:noFill/>
              <a:ln>
                <a:noFill/>
              </a:ln>
            </p:spPr>
          </p:pic>
        </p:grpSp>
      </p:grpSp>
      <p:sp>
        <p:nvSpPr>
          <p:cNvPr id="2285" name="Google Shape;2285;p45"/>
          <p:cNvSpPr/>
          <p:nvPr/>
        </p:nvSpPr>
        <p:spPr>
          <a:xfrm>
            <a:off x="3019072" y="1772952"/>
            <a:ext cx="12448513" cy="8717582"/>
          </a:xfrm>
          <a:custGeom>
            <a:avLst/>
            <a:gdLst/>
            <a:ahLst/>
            <a:cxnLst/>
            <a:rect l="l" t="t" r="r" b="b"/>
            <a:pathLst>
              <a:path w="3654" h="2558" extrusionOk="0">
                <a:moveTo>
                  <a:pt x="2505" y="639"/>
                </a:moveTo>
                <a:cubicBezTo>
                  <a:pt x="2466" y="428"/>
                  <a:pt x="2557" y="234"/>
                  <a:pt x="2707" y="207"/>
                </a:cubicBezTo>
                <a:cubicBezTo>
                  <a:pt x="2858" y="180"/>
                  <a:pt x="3011" y="329"/>
                  <a:pt x="3050" y="540"/>
                </a:cubicBezTo>
                <a:cubicBezTo>
                  <a:pt x="3089" y="751"/>
                  <a:pt x="2998" y="944"/>
                  <a:pt x="2847" y="972"/>
                </a:cubicBezTo>
                <a:cubicBezTo>
                  <a:pt x="2697" y="999"/>
                  <a:pt x="2544" y="850"/>
                  <a:pt x="2505" y="639"/>
                </a:cubicBezTo>
                <a:close/>
                <a:moveTo>
                  <a:pt x="2323" y="2448"/>
                </a:moveTo>
                <a:cubicBezTo>
                  <a:pt x="2417" y="2394"/>
                  <a:pt x="2890" y="2151"/>
                  <a:pt x="3499" y="2335"/>
                </a:cubicBezTo>
                <a:cubicBezTo>
                  <a:pt x="3499" y="2335"/>
                  <a:pt x="3231" y="2150"/>
                  <a:pt x="2857" y="2204"/>
                </a:cubicBezTo>
                <a:cubicBezTo>
                  <a:pt x="2867" y="2200"/>
                  <a:pt x="2877" y="2195"/>
                  <a:pt x="2887" y="2190"/>
                </a:cubicBezTo>
                <a:cubicBezTo>
                  <a:pt x="3654" y="1837"/>
                  <a:pt x="3620" y="1150"/>
                  <a:pt x="3085" y="1034"/>
                </a:cubicBezTo>
                <a:cubicBezTo>
                  <a:pt x="3010" y="1018"/>
                  <a:pt x="2939" y="1008"/>
                  <a:pt x="2872" y="1002"/>
                </a:cubicBezTo>
                <a:cubicBezTo>
                  <a:pt x="3053" y="956"/>
                  <a:pt x="3159" y="718"/>
                  <a:pt x="3112" y="458"/>
                </a:cubicBezTo>
                <a:cubicBezTo>
                  <a:pt x="3062" y="190"/>
                  <a:pt x="2868" y="0"/>
                  <a:pt x="2677" y="35"/>
                </a:cubicBezTo>
                <a:cubicBezTo>
                  <a:pt x="2486" y="70"/>
                  <a:pt x="2371" y="315"/>
                  <a:pt x="2420" y="584"/>
                </a:cubicBezTo>
                <a:cubicBezTo>
                  <a:pt x="2458" y="794"/>
                  <a:pt x="2586" y="955"/>
                  <a:pt x="2731" y="999"/>
                </a:cubicBezTo>
                <a:cubicBezTo>
                  <a:pt x="2283" y="1012"/>
                  <a:pt x="2006" y="1267"/>
                  <a:pt x="1720" y="1495"/>
                </a:cubicBezTo>
                <a:cubicBezTo>
                  <a:pt x="1277" y="1849"/>
                  <a:pt x="1050" y="1845"/>
                  <a:pt x="757" y="1549"/>
                </a:cubicBezTo>
                <a:cubicBezTo>
                  <a:pt x="461" y="1251"/>
                  <a:pt x="0" y="1311"/>
                  <a:pt x="0" y="1311"/>
                </a:cubicBezTo>
                <a:cubicBezTo>
                  <a:pt x="419" y="1311"/>
                  <a:pt x="412" y="1543"/>
                  <a:pt x="818" y="1877"/>
                </a:cubicBezTo>
                <a:cubicBezTo>
                  <a:pt x="1206" y="2196"/>
                  <a:pt x="1957" y="1650"/>
                  <a:pt x="2354" y="1344"/>
                </a:cubicBezTo>
                <a:cubicBezTo>
                  <a:pt x="2941" y="892"/>
                  <a:pt x="3436" y="1466"/>
                  <a:pt x="2965" y="1953"/>
                </a:cubicBezTo>
                <a:cubicBezTo>
                  <a:pt x="2817" y="2106"/>
                  <a:pt x="2642" y="2234"/>
                  <a:pt x="2513" y="2319"/>
                </a:cubicBezTo>
                <a:cubicBezTo>
                  <a:pt x="2467" y="2344"/>
                  <a:pt x="2420" y="2373"/>
                  <a:pt x="2373" y="2406"/>
                </a:cubicBezTo>
                <a:lnTo>
                  <a:pt x="2368" y="2410"/>
                </a:lnTo>
                <a:cubicBezTo>
                  <a:pt x="2344" y="2424"/>
                  <a:pt x="2331" y="2431"/>
                  <a:pt x="2331" y="2431"/>
                </a:cubicBezTo>
                <a:cubicBezTo>
                  <a:pt x="2331" y="2431"/>
                  <a:pt x="2335" y="2430"/>
                  <a:pt x="2345" y="2426"/>
                </a:cubicBezTo>
                <a:lnTo>
                  <a:pt x="2309" y="2452"/>
                </a:lnTo>
                <a:cubicBezTo>
                  <a:pt x="2308" y="2452"/>
                  <a:pt x="2307" y="2452"/>
                  <a:pt x="2306" y="2453"/>
                </a:cubicBezTo>
                <a:cubicBezTo>
                  <a:pt x="2303" y="2451"/>
                  <a:pt x="2299" y="2450"/>
                  <a:pt x="2296" y="2449"/>
                </a:cubicBezTo>
                <a:cubicBezTo>
                  <a:pt x="1712" y="1880"/>
                  <a:pt x="1129" y="2223"/>
                  <a:pt x="1129" y="2223"/>
                </a:cubicBezTo>
                <a:cubicBezTo>
                  <a:pt x="1754" y="2097"/>
                  <a:pt x="2202" y="2384"/>
                  <a:pt x="2290" y="2447"/>
                </a:cubicBezTo>
                <a:cubicBezTo>
                  <a:pt x="1687" y="2222"/>
                  <a:pt x="1072" y="2437"/>
                  <a:pt x="1057" y="2436"/>
                </a:cubicBezTo>
                <a:cubicBezTo>
                  <a:pt x="1842" y="2336"/>
                  <a:pt x="2296" y="2556"/>
                  <a:pt x="2301" y="2558"/>
                </a:cubicBezTo>
                <a:lnTo>
                  <a:pt x="2301" y="2558"/>
                </a:lnTo>
                <a:lnTo>
                  <a:pt x="2301" y="2558"/>
                </a:lnTo>
                <a:cubicBezTo>
                  <a:pt x="2301" y="2558"/>
                  <a:pt x="2301" y="2558"/>
                  <a:pt x="2301" y="2558"/>
                </a:cubicBezTo>
                <a:lnTo>
                  <a:pt x="2301" y="2558"/>
                </a:lnTo>
                <a:cubicBezTo>
                  <a:pt x="2307" y="2556"/>
                  <a:pt x="2779" y="2381"/>
                  <a:pt x="3551" y="2554"/>
                </a:cubicBezTo>
                <a:cubicBezTo>
                  <a:pt x="3535" y="2553"/>
                  <a:pt x="2945" y="2282"/>
                  <a:pt x="2323" y="2448"/>
                </a:cubicBezTo>
                <a:close/>
              </a:path>
            </a:pathLst>
          </a:custGeom>
          <a:solidFill>
            <a:srgbClr val="AEABAB">
              <a:alpha val="9803"/>
            </a:srgbClr>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grpSp>
        <p:nvGrpSpPr>
          <p:cNvPr id="2286" name="Google Shape;2286;p45"/>
          <p:cNvGrpSpPr/>
          <p:nvPr/>
        </p:nvGrpSpPr>
        <p:grpSpPr>
          <a:xfrm>
            <a:off x="10555200" y="295200"/>
            <a:ext cx="1192705" cy="478800"/>
            <a:chOff x="1899" y="899"/>
            <a:chExt cx="4165" cy="1672"/>
          </a:xfrm>
        </p:grpSpPr>
        <p:sp>
          <p:nvSpPr>
            <p:cNvPr id="2287" name="Google Shape;2287;p45"/>
            <p:cNvSpPr/>
            <p:nvPr/>
          </p:nvSpPr>
          <p:spPr>
            <a:xfrm>
              <a:off x="1902" y="2206"/>
              <a:ext cx="79" cy="141"/>
            </a:xfrm>
            <a:custGeom>
              <a:avLst/>
              <a:gdLst/>
              <a:ahLst/>
              <a:cxnLst/>
              <a:rect l="l" t="t" r="r" b="b"/>
              <a:pathLst>
                <a:path w="170" h="303" extrusionOk="0">
                  <a:moveTo>
                    <a:pt x="59" y="143"/>
                  </a:moveTo>
                  <a:cubicBezTo>
                    <a:pt x="61" y="144"/>
                    <a:pt x="65" y="144"/>
                    <a:pt x="68" y="144"/>
                  </a:cubicBezTo>
                  <a:cubicBezTo>
                    <a:pt x="98" y="144"/>
                    <a:pt x="111" y="123"/>
                    <a:pt x="111" y="95"/>
                  </a:cubicBezTo>
                  <a:cubicBezTo>
                    <a:pt x="111" y="68"/>
                    <a:pt x="100" y="48"/>
                    <a:pt x="73" y="48"/>
                  </a:cubicBezTo>
                  <a:cubicBezTo>
                    <a:pt x="68" y="48"/>
                    <a:pt x="62" y="49"/>
                    <a:pt x="59" y="50"/>
                  </a:cubicBezTo>
                  <a:lnTo>
                    <a:pt x="59" y="143"/>
                  </a:lnTo>
                  <a:close/>
                  <a:moveTo>
                    <a:pt x="0" y="6"/>
                  </a:moveTo>
                  <a:cubicBezTo>
                    <a:pt x="16" y="3"/>
                    <a:pt x="39" y="0"/>
                    <a:pt x="61" y="0"/>
                  </a:cubicBezTo>
                  <a:cubicBezTo>
                    <a:pt x="96" y="0"/>
                    <a:pt x="124" y="5"/>
                    <a:pt x="144" y="24"/>
                  </a:cubicBezTo>
                  <a:cubicBezTo>
                    <a:pt x="162" y="39"/>
                    <a:pt x="170" y="64"/>
                    <a:pt x="170" y="90"/>
                  </a:cubicBezTo>
                  <a:cubicBezTo>
                    <a:pt x="170" y="123"/>
                    <a:pt x="160" y="145"/>
                    <a:pt x="144" y="162"/>
                  </a:cubicBezTo>
                  <a:cubicBezTo>
                    <a:pt x="125" y="182"/>
                    <a:pt x="95" y="191"/>
                    <a:pt x="70" y="191"/>
                  </a:cubicBezTo>
                  <a:lnTo>
                    <a:pt x="59" y="191"/>
                  </a:lnTo>
                  <a:lnTo>
                    <a:pt x="59" y="303"/>
                  </a:lnTo>
                  <a:lnTo>
                    <a:pt x="0" y="303"/>
                  </a:lnTo>
                  <a:lnTo>
                    <a:pt x="0" y="6"/>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88" name="Google Shape;2288;p45"/>
            <p:cNvSpPr/>
            <p:nvPr/>
          </p:nvSpPr>
          <p:spPr>
            <a:xfrm>
              <a:off x="1995" y="2244"/>
              <a:ext cx="52" cy="103"/>
            </a:xfrm>
            <a:custGeom>
              <a:avLst/>
              <a:gdLst/>
              <a:ahLst/>
              <a:cxnLst/>
              <a:rect l="l" t="t" r="r" b="b"/>
              <a:pathLst>
                <a:path w="111" h="222" extrusionOk="0">
                  <a:moveTo>
                    <a:pt x="1" y="69"/>
                  </a:moveTo>
                  <a:cubicBezTo>
                    <a:pt x="1" y="47"/>
                    <a:pt x="1" y="24"/>
                    <a:pt x="0" y="4"/>
                  </a:cubicBezTo>
                  <a:lnTo>
                    <a:pt x="51" y="4"/>
                  </a:lnTo>
                  <a:lnTo>
                    <a:pt x="54" y="35"/>
                  </a:lnTo>
                  <a:lnTo>
                    <a:pt x="55" y="35"/>
                  </a:lnTo>
                  <a:cubicBezTo>
                    <a:pt x="65" y="12"/>
                    <a:pt x="83" y="0"/>
                    <a:pt x="99" y="0"/>
                  </a:cubicBezTo>
                  <a:cubicBezTo>
                    <a:pt x="105" y="0"/>
                    <a:pt x="108" y="0"/>
                    <a:pt x="111" y="1"/>
                  </a:cubicBezTo>
                  <a:lnTo>
                    <a:pt x="111" y="59"/>
                  </a:lnTo>
                  <a:cubicBezTo>
                    <a:pt x="108" y="58"/>
                    <a:pt x="104" y="58"/>
                    <a:pt x="99" y="58"/>
                  </a:cubicBezTo>
                  <a:cubicBezTo>
                    <a:pt x="86" y="58"/>
                    <a:pt x="70" y="67"/>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89" name="Google Shape;2289;p45"/>
            <p:cNvSpPr/>
            <p:nvPr/>
          </p:nvSpPr>
          <p:spPr>
            <a:xfrm>
              <a:off x="2055" y="2244"/>
              <a:ext cx="78" cy="104"/>
            </a:xfrm>
            <a:custGeom>
              <a:avLst/>
              <a:gdLst/>
              <a:ahLst/>
              <a:cxnLst/>
              <a:rect l="l" t="t" r="r" b="b"/>
              <a:pathLst>
                <a:path w="168" h="226" extrusionOk="0">
                  <a:moveTo>
                    <a:pt x="59" y="112"/>
                  </a:moveTo>
                  <a:cubicBezTo>
                    <a:pt x="59" y="150"/>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90" name="Google Shape;2290;p45"/>
            <p:cNvSpPr/>
            <p:nvPr/>
          </p:nvSpPr>
          <p:spPr>
            <a:xfrm>
              <a:off x="2141" y="2201"/>
              <a:ext cx="65" cy="146"/>
            </a:xfrm>
            <a:custGeom>
              <a:avLst/>
              <a:gdLst/>
              <a:ahLst/>
              <a:cxnLst/>
              <a:rect l="l" t="t" r="r" b="b"/>
              <a:pathLst>
                <a:path w="140" h="313" extrusionOk="0">
                  <a:moveTo>
                    <a:pt x="29" y="313"/>
                  </a:moveTo>
                  <a:lnTo>
                    <a:pt x="29" y="136"/>
                  </a:lnTo>
                  <a:lnTo>
                    <a:pt x="0" y="136"/>
                  </a:lnTo>
                  <a:lnTo>
                    <a:pt x="0" y="95"/>
                  </a:lnTo>
                  <a:lnTo>
                    <a:pt x="29" y="95"/>
                  </a:lnTo>
                  <a:lnTo>
                    <a:pt x="29" y="86"/>
                  </a:lnTo>
                  <a:cubicBezTo>
                    <a:pt x="29" y="61"/>
                    <a:pt x="34" y="38"/>
                    <a:pt x="52" y="20"/>
                  </a:cubicBezTo>
                  <a:cubicBezTo>
                    <a:pt x="65" y="7"/>
                    <a:pt x="84" y="0"/>
                    <a:pt x="104" y="0"/>
                  </a:cubicBezTo>
                  <a:cubicBezTo>
                    <a:pt x="119" y="0"/>
                    <a:pt x="131" y="2"/>
                    <a:pt x="140" y="5"/>
                  </a:cubicBezTo>
                  <a:lnTo>
                    <a:pt x="133" y="51"/>
                  </a:lnTo>
                  <a:cubicBezTo>
                    <a:pt x="128" y="49"/>
                    <a:pt x="122" y="48"/>
                    <a:pt x="115" y="48"/>
                  </a:cubicBezTo>
                  <a:cubicBezTo>
                    <a:pt x="95" y="48"/>
                    <a:pt x="88" y="65"/>
                    <a:pt x="88" y="84"/>
                  </a:cubicBezTo>
                  <a:lnTo>
                    <a:pt x="88" y="95"/>
                  </a:lnTo>
                  <a:lnTo>
                    <a:pt x="126" y="95"/>
                  </a:lnTo>
                  <a:lnTo>
                    <a:pt x="126" y="136"/>
                  </a:lnTo>
                  <a:lnTo>
                    <a:pt x="88" y="136"/>
                  </a:lnTo>
                  <a:lnTo>
                    <a:pt x="88" y="313"/>
                  </a:lnTo>
                  <a:lnTo>
                    <a:pt x="29" y="31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91" name="Google Shape;2291;p45"/>
            <p:cNvSpPr/>
            <p:nvPr/>
          </p:nvSpPr>
          <p:spPr>
            <a:xfrm>
              <a:off x="2207"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5" y="177"/>
                    <a:pt x="145" y="173"/>
                  </a:cubicBezTo>
                  <a:lnTo>
                    <a:pt x="153" y="215"/>
                  </a:lnTo>
                  <a:cubicBezTo>
                    <a:pt x="138" y="221"/>
                    <a:pt x="115" y="225"/>
                    <a:pt x="92" y="225"/>
                  </a:cubicBezTo>
                  <a:cubicBezTo>
                    <a:pt x="33" y="225"/>
                    <a:pt x="0" y="186"/>
                    <a:pt x="0" y="117"/>
                  </a:cubicBezTo>
                  <a:cubicBezTo>
                    <a:pt x="0" y="44"/>
                    <a:pt x="38" y="0"/>
                    <a:pt x="88" y="0"/>
                  </a:cubicBezTo>
                  <a:cubicBezTo>
                    <a:pt x="135" y="0"/>
                    <a:pt x="162" y="37"/>
                    <a:pt x="162" y="103"/>
                  </a:cubicBezTo>
                  <a:cubicBezTo>
                    <a:pt x="162" y="119"/>
                    <a:pt x="162" y="127"/>
                    <a:pt x="161" y="134"/>
                  </a:cubicBezTo>
                  <a:lnTo>
                    <a:pt x="56" y="13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92" name="Google Shape;2292;p45"/>
            <p:cNvSpPr/>
            <p:nvPr/>
          </p:nvSpPr>
          <p:spPr>
            <a:xfrm>
              <a:off x="2293" y="2244"/>
              <a:ext cx="60" cy="104"/>
            </a:xfrm>
            <a:custGeom>
              <a:avLst/>
              <a:gdLst/>
              <a:ahLst/>
              <a:cxnLst/>
              <a:rect l="l" t="t" r="r" b="b"/>
              <a:pathLst>
                <a:path w="128" h="225" extrusionOk="0">
                  <a:moveTo>
                    <a:pt x="11" y="169"/>
                  </a:moveTo>
                  <a:cubicBezTo>
                    <a:pt x="20" y="175"/>
                    <a:pt x="36" y="181"/>
                    <a:pt x="51" y="181"/>
                  </a:cubicBezTo>
                  <a:cubicBezTo>
                    <a:pt x="66" y="181"/>
                    <a:pt x="74" y="174"/>
                    <a:pt x="74" y="161"/>
                  </a:cubicBezTo>
                  <a:cubicBezTo>
                    <a:pt x="74" y="150"/>
                    <a:pt x="68" y="143"/>
                    <a:pt x="49" y="132"/>
                  </a:cubicBezTo>
                  <a:cubicBezTo>
                    <a:pt x="13" y="112"/>
                    <a:pt x="4" y="89"/>
                    <a:pt x="4" y="69"/>
                  </a:cubicBezTo>
                  <a:cubicBezTo>
                    <a:pt x="4" y="29"/>
                    <a:pt x="33" y="0"/>
                    <a:pt x="77" y="0"/>
                  </a:cubicBezTo>
                  <a:cubicBezTo>
                    <a:pt x="95" y="0"/>
                    <a:pt x="109" y="4"/>
                    <a:pt x="121" y="10"/>
                  </a:cubicBezTo>
                  <a:lnTo>
                    <a:pt x="111" y="53"/>
                  </a:lnTo>
                  <a:cubicBezTo>
                    <a:pt x="102" y="48"/>
                    <a:pt x="92" y="44"/>
                    <a:pt x="80" y="44"/>
                  </a:cubicBezTo>
                  <a:cubicBezTo>
                    <a:pt x="65" y="44"/>
                    <a:pt x="58" y="53"/>
                    <a:pt x="58" y="63"/>
                  </a:cubicBezTo>
                  <a:cubicBezTo>
                    <a:pt x="58" y="72"/>
                    <a:pt x="63" y="78"/>
                    <a:pt x="84" y="90"/>
                  </a:cubicBezTo>
                  <a:cubicBezTo>
                    <a:pt x="116" y="108"/>
                    <a:pt x="128" y="131"/>
                    <a:pt x="128" y="156"/>
                  </a:cubicBezTo>
                  <a:cubicBezTo>
                    <a:pt x="128" y="201"/>
                    <a:pt x="96" y="225"/>
                    <a:pt x="51" y="225"/>
                  </a:cubicBezTo>
                  <a:cubicBezTo>
                    <a:pt x="32" y="225"/>
                    <a:pt x="11" y="220"/>
                    <a:pt x="0" y="212"/>
                  </a:cubicBezTo>
                  <a:lnTo>
                    <a:pt x="11" y="1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93" name="Google Shape;2293;p45"/>
            <p:cNvSpPr/>
            <p:nvPr/>
          </p:nvSpPr>
          <p:spPr>
            <a:xfrm>
              <a:off x="2363" y="2244"/>
              <a:ext cx="59"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2"/>
                    <a:pt x="4" y="89"/>
                    <a:pt x="4" y="69"/>
                  </a:cubicBezTo>
                  <a:cubicBezTo>
                    <a:pt x="4" y="29"/>
                    <a:pt x="32" y="0"/>
                    <a:pt x="76" y="0"/>
                  </a:cubicBezTo>
                  <a:cubicBezTo>
                    <a:pt x="95" y="0"/>
                    <a:pt x="109" y="4"/>
                    <a:pt x="121" y="10"/>
                  </a:cubicBezTo>
                  <a:lnTo>
                    <a:pt x="110" y="53"/>
                  </a:lnTo>
                  <a:cubicBezTo>
                    <a:pt x="102" y="48"/>
                    <a:pt x="92" y="44"/>
                    <a:pt x="80" y="44"/>
                  </a:cubicBezTo>
                  <a:cubicBezTo>
                    <a:pt x="65" y="44"/>
                    <a:pt x="58" y="53"/>
                    <a:pt x="58" y="63"/>
                  </a:cubicBezTo>
                  <a:cubicBezTo>
                    <a:pt x="58" y="72"/>
                    <a:pt x="63" y="78"/>
                    <a:pt x="83" y="90"/>
                  </a:cubicBezTo>
                  <a:cubicBezTo>
                    <a:pt x="116" y="108"/>
                    <a:pt x="128" y="131"/>
                    <a:pt x="128" y="156"/>
                  </a:cubicBezTo>
                  <a:cubicBezTo>
                    <a:pt x="128" y="201"/>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94" name="Google Shape;2294;p45"/>
            <p:cNvSpPr/>
            <p:nvPr/>
          </p:nvSpPr>
          <p:spPr>
            <a:xfrm>
              <a:off x="2436" y="2204"/>
              <a:ext cx="28" cy="143"/>
            </a:xfrm>
            <a:custGeom>
              <a:avLst/>
              <a:gdLst/>
              <a:ahLst/>
              <a:cxnLst/>
              <a:rect l="l" t="t" r="r" b="b"/>
              <a:pathLst>
                <a:path w="61" h="308" extrusionOk="0">
                  <a:moveTo>
                    <a:pt x="2" y="308"/>
                  </a:moveTo>
                  <a:lnTo>
                    <a:pt x="2" y="90"/>
                  </a:lnTo>
                  <a:lnTo>
                    <a:pt x="61" y="90"/>
                  </a:lnTo>
                  <a:lnTo>
                    <a:pt x="61" y="308"/>
                  </a:lnTo>
                  <a:lnTo>
                    <a:pt x="2" y="308"/>
                  </a:lnTo>
                  <a:close/>
                  <a:moveTo>
                    <a:pt x="61" y="31"/>
                  </a:moveTo>
                  <a:cubicBezTo>
                    <a:pt x="61" y="50"/>
                    <a:pt x="48" y="63"/>
                    <a:pt x="30" y="63"/>
                  </a:cubicBezTo>
                  <a:cubicBezTo>
                    <a:pt x="14" y="63"/>
                    <a:pt x="0" y="50"/>
                    <a:pt x="1" y="31"/>
                  </a:cubicBezTo>
                  <a:cubicBezTo>
                    <a:pt x="0" y="12"/>
                    <a:pt x="15" y="0"/>
                    <a:pt x="31" y="0"/>
                  </a:cubicBezTo>
                  <a:cubicBezTo>
                    <a:pt x="48" y="0"/>
                    <a:pt x="61" y="12"/>
                    <a:pt x="61" y="31"/>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95" name="Google Shape;2295;p45"/>
            <p:cNvSpPr/>
            <p:nvPr/>
          </p:nvSpPr>
          <p:spPr>
            <a:xfrm>
              <a:off x="2482" y="2244"/>
              <a:ext cx="77" cy="104"/>
            </a:xfrm>
            <a:custGeom>
              <a:avLst/>
              <a:gdLst/>
              <a:ahLst/>
              <a:cxnLst/>
              <a:rect l="l" t="t" r="r" b="b"/>
              <a:pathLst>
                <a:path w="168" h="226" extrusionOk="0">
                  <a:moveTo>
                    <a:pt x="58" y="112"/>
                  </a:moveTo>
                  <a:cubicBezTo>
                    <a:pt x="58" y="150"/>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6"/>
                    <a:pt x="84" y="226"/>
                  </a:cubicBezTo>
                  <a:cubicBezTo>
                    <a:pt x="31" y="226"/>
                    <a:pt x="0" y="185"/>
                    <a:pt x="0" y="114"/>
                  </a:cubicBezTo>
                  <a:cubicBezTo>
                    <a:pt x="0" y="35"/>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96" name="Google Shape;2296;p45"/>
            <p:cNvSpPr/>
            <p:nvPr/>
          </p:nvSpPr>
          <p:spPr>
            <a:xfrm>
              <a:off x="2575" y="2244"/>
              <a:ext cx="78" cy="103"/>
            </a:xfrm>
            <a:custGeom>
              <a:avLst/>
              <a:gdLst/>
              <a:ahLst/>
              <a:cxnLst/>
              <a:rect l="l" t="t" r="r" b="b"/>
              <a:pathLst>
                <a:path w="167" h="222" extrusionOk="0">
                  <a:moveTo>
                    <a:pt x="2" y="69"/>
                  </a:moveTo>
                  <a:cubicBezTo>
                    <a:pt x="2" y="45"/>
                    <a:pt x="1" y="24"/>
                    <a:pt x="0" y="4"/>
                  </a:cubicBezTo>
                  <a:lnTo>
                    <a:pt x="51" y="4"/>
                  </a:lnTo>
                  <a:lnTo>
                    <a:pt x="54" y="29"/>
                  </a:lnTo>
                  <a:lnTo>
                    <a:pt x="55" y="29"/>
                  </a:lnTo>
                  <a:cubicBezTo>
                    <a:pt x="66" y="11"/>
                    <a:pt x="85" y="0"/>
                    <a:pt x="108" y="0"/>
                  </a:cubicBezTo>
                  <a:cubicBezTo>
                    <a:pt x="150" y="0"/>
                    <a:pt x="167" y="33"/>
                    <a:pt x="167" y="82"/>
                  </a:cubicBezTo>
                  <a:lnTo>
                    <a:pt x="167" y="222"/>
                  </a:lnTo>
                  <a:lnTo>
                    <a:pt x="108" y="222"/>
                  </a:lnTo>
                  <a:lnTo>
                    <a:pt x="108" y="85"/>
                  </a:lnTo>
                  <a:cubicBezTo>
                    <a:pt x="108" y="67"/>
                    <a:pt x="103" y="49"/>
                    <a:pt x="86" y="49"/>
                  </a:cubicBezTo>
                  <a:cubicBezTo>
                    <a:pt x="76" y="49"/>
                    <a:pt x="68" y="56"/>
                    <a:pt x="64" y="69"/>
                  </a:cubicBezTo>
                  <a:cubicBezTo>
                    <a:pt x="62" y="73"/>
                    <a:pt x="61" y="80"/>
                    <a:pt x="61" y="89"/>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97" name="Google Shape;2297;p45"/>
            <p:cNvSpPr/>
            <p:nvPr/>
          </p:nvSpPr>
          <p:spPr>
            <a:xfrm>
              <a:off x="2667" y="2244"/>
              <a:ext cx="76" cy="104"/>
            </a:xfrm>
            <a:custGeom>
              <a:avLst/>
              <a:gdLst/>
              <a:ahLst/>
              <a:cxnLst/>
              <a:rect l="l" t="t" r="r" b="b"/>
              <a:pathLst>
                <a:path w="163" h="226" extrusionOk="0">
                  <a:moveTo>
                    <a:pt x="102" y="116"/>
                  </a:moveTo>
                  <a:cubicBezTo>
                    <a:pt x="83" y="116"/>
                    <a:pt x="56" y="123"/>
                    <a:pt x="56" y="153"/>
                  </a:cubicBezTo>
                  <a:cubicBezTo>
                    <a:pt x="56" y="175"/>
                    <a:pt x="68" y="183"/>
                    <a:pt x="77" y="183"/>
                  </a:cubicBezTo>
                  <a:cubicBezTo>
                    <a:pt x="86" y="183"/>
                    <a:pt x="97" y="177"/>
                    <a:pt x="101" y="164"/>
                  </a:cubicBezTo>
                  <a:cubicBezTo>
                    <a:pt x="102" y="161"/>
                    <a:pt x="102" y="157"/>
                    <a:pt x="102" y="154"/>
                  </a:cubicBezTo>
                  <a:lnTo>
                    <a:pt x="102" y="116"/>
                  </a:lnTo>
                  <a:close/>
                  <a:moveTo>
                    <a:pt x="110" y="222"/>
                  </a:moveTo>
                  <a:lnTo>
                    <a:pt x="107" y="201"/>
                  </a:lnTo>
                  <a:lnTo>
                    <a:pt x="106" y="201"/>
                  </a:lnTo>
                  <a:cubicBezTo>
                    <a:pt x="94" y="218"/>
                    <a:pt x="77" y="226"/>
                    <a:pt x="58" y="226"/>
                  </a:cubicBezTo>
                  <a:cubicBezTo>
                    <a:pt x="25" y="226"/>
                    <a:pt x="0" y="198"/>
                    <a:pt x="0" y="159"/>
                  </a:cubicBezTo>
                  <a:cubicBezTo>
                    <a:pt x="0" y="102"/>
                    <a:pt x="51" y="78"/>
                    <a:pt x="101" y="78"/>
                  </a:cubicBezTo>
                  <a:lnTo>
                    <a:pt x="101" y="73"/>
                  </a:lnTo>
                  <a:cubicBezTo>
                    <a:pt x="101" y="56"/>
                    <a:pt x="90" y="43"/>
                    <a:pt x="70" y="43"/>
                  </a:cubicBezTo>
                  <a:cubicBezTo>
                    <a:pt x="52" y="43"/>
                    <a:pt x="38" y="48"/>
                    <a:pt x="25" y="56"/>
                  </a:cubicBezTo>
                  <a:lnTo>
                    <a:pt x="14" y="17"/>
                  </a:lnTo>
                  <a:cubicBezTo>
                    <a:pt x="26" y="9"/>
                    <a:pt x="52" y="0"/>
                    <a:pt x="82" y="0"/>
                  </a:cubicBezTo>
                  <a:cubicBezTo>
                    <a:pt x="149" y="0"/>
                    <a:pt x="160" y="46"/>
                    <a:pt x="160" y="91"/>
                  </a:cubicBezTo>
                  <a:lnTo>
                    <a:pt x="160" y="172"/>
                  </a:lnTo>
                  <a:cubicBezTo>
                    <a:pt x="160" y="190"/>
                    <a:pt x="161" y="208"/>
                    <a:pt x="163" y="222"/>
                  </a:cubicBezTo>
                  <a:lnTo>
                    <a:pt x="110"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98" name="Google Shape;2298;p45"/>
            <p:cNvSpPr/>
            <p:nvPr/>
          </p:nvSpPr>
          <p:spPr>
            <a:xfrm>
              <a:off x="2762" y="2203"/>
              <a:ext cx="28"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299" name="Google Shape;2299;p45"/>
            <p:cNvSpPr/>
            <p:nvPr/>
          </p:nvSpPr>
          <p:spPr>
            <a:xfrm>
              <a:off x="2848" y="2206"/>
              <a:ext cx="84" cy="142"/>
            </a:xfrm>
            <a:custGeom>
              <a:avLst/>
              <a:gdLst/>
              <a:ahLst/>
              <a:cxnLst/>
              <a:rect l="l" t="t" r="r" b="b"/>
              <a:pathLst>
                <a:path w="183" h="306" extrusionOk="0">
                  <a:moveTo>
                    <a:pt x="59" y="257"/>
                  </a:moveTo>
                  <a:cubicBezTo>
                    <a:pt x="62" y="258"/>
                    <a:pt x="66" y="258"/>
                    <a:pt x="69" y="258"/>
                  </a:cubicBezTo>
                  <a:cubicBezTo>
                    <a:pt x="97" y="258"/>
                    <a:pt x="122" y="230"/>
                    <a:pt x="122" y="147"/>
                  </a:cubicBezTo>
                  <a:cubicBezTo>
                    <a:pt x="122" y="85"/>
                    <a:pt x="106" y="47"/>
                    <a:pt x="70" y="47"/>
                  </a:cubicBezTo>
                  <a:cubicBezTo>
                    <a:pt x="66" y="47"/>
                    <a:pt x="62" y="47"/>
                    <a:pt x="59" y="49"/>
                  </a:cubicBezTo>
                  <a:lnTo>
                    <a:pt x="59" y="257"/>
                  </a:lnTo>
                  <a:close/>
                  <a:moveTo>
                    <a:pt x="0" y="6"/>
                  </a:moveTo>
                  <a:cubicBezTo>
                    <a:pt x="15" y="3"/>
                    <a:pt x="36" y="0"/>
                    <a:pt x="60" y="0"/>
                  </a:cubicBezTo>
                  <a:cubicBezTo>
                    <a:pt x="98" y="0"/>
                    <a:pt x="124" y="9"/>
                    <a:pt x="144" y="27"/>
                  </a:cubicBezTo>
                  <a:cubicBezTo>
                    <a:pt x="170" y="51"/>
                    <a:pt x="183" y="90"/>
                    <a:pt x="183" y="149"/>
                  </a:cubicBezTo>
                  <a:cubicBezTo>
                    <a:pt x="183" y="210"/>
                    <a:pt x="168" y="253"/>
                    <a:pt x="141" y="276"/>
                  </a:cubicBezTo>
                  <a:cubicBezTo>
                    <a:pt x="121" y="296"/>
                    <a:pt x="91" y="306"/>
                    <a:pt x="48" y="306"/>
                  </a:cubicBezTo>
                  <a:cubicBezTo>
                    <a:pt x="30" y="306"/>
                    <a:pt x="12" y="304"/>
                    <a:pt x="0" y="302"/>
                  </a:cubicBezTo>
                  <a:lnTo>
                    <a:pt x="0" y="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00" name="Google Shape;2300;p45"/>
            <p:cNvSpPr/>
            <p:nvPr/>
          </p:nvSpPr>
          <p:spPr>
            <a:xfrm>
              <a:off x="2945"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01" name="Google Shape;2301;p45"/>
            <p:cNvSpPr/>
            <p:nvPr/>
          </p:nvSpPr>
          <p:spPr>
            <a:xfrm>
              <a:off x="3025" y="2246"/>
              <a:ext cx="80" cy="101"/>
            </a:xfrm>
            <a:custGeom>
              <a:avLst/>
              <a:gdLst/>
              <a:ahLst/>
              <a:cxnLst/>
              <a:rect l="l" t="t" r="r" b="b"/>
              <a:pathLst>
                <a:path w="172" h="218" extrusionOk="0">
                  <a:moveTo>
                    <a:pt x="62" y="0"/>
                  </a:moveTo>
                  <a:lnTo>
                    <a:pt x="79" y="97"/>
                  </a:lnTo>
                  <a:cubicBezTo>
                    <a:pt x="82" y="117"/>
                    <a:pt x="85" y="136"/>
                    <a:pt x="88" y="158"/>
                  </a:cubicBezTo>
                  <a:lnTo>
                    <a:pt x="89" y="158"/>
                  </a:lnTo>
                  <a:cubicBezTo>
                    <a:pt x="92" y="136"/>
                    <a:pt x="94" y="118"/>
                    <a:pt x="97" y="97"/>
                  </a:cubicBezTo>
                  <a:lnTo>
                    <a:pt x="115" y="0"/>
                  </a:lnTo>
                  <a:lnTo>
                    <a:pt x="172" y="0"/>
                  </a:lnTo>
                  <a:lnTo>
                    <a:pt x="114" y="218"/>
                  </a:lnTo>
                  <a:lnTo>
                    <a:pt x="59" y="218"/>
                  </a:lnTo>
                  <a:lnTo>
                    <a:pt x="0" y="0"/>
                  </a:lnTo>
                  <a:lnTo>
                    <a:pt x="62"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02" name="Google Shape;2302;p45"/>
            <p:cNvSpPr/>
            <p:nvPr/>
          </p:nvSpPr>
          <p:spPr>
            <a:xfrm>
              <a:off x="3111"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7"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03" name="Google Shape;2303;p45"/>
            <p:cNvSpPr/>
            <p:nvPr/>
          </p:nvSpPr>
          <p:spPr>
            <a:xfrm>
              <a:off x="3203" y="2203"/>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04" name="Google Shape;2304;p45"/>
            <p:cNvSpPr/>
            <p:nvPr/>
          </p:nvSpPr>
          <p:spPr>
            <a:xfrm>
              <a:off x="3247" y="2244"/>
              <a:ext cx="78" cy="104"/>
            </a:xfrm>
            <a:custGeom>
              <a:avLst/>
              <a:gdLst/>
              <a:ahLst/>
              <a:cxnLst/>
              <a:rect l="l" t="t" r="r" b="b"/>
              <a:pathLst>
                <a:path w="168" h="226" extrusionOk="0">
                  <a:moveTo>
                    <a:pt x="59" y="112"/>
                  </a:moveTo>
                  <a:cubicBezTo>
                    <a:pt x="59" y="150"/>
                    <a:pt x="65" y="181"/>
                    <a:pt x="86" y="181"/>
                  </a:cubicBezTo>
                  <a:cubicBezTo>
                    <a:pt x="105" y="181"/>
                    <a:pt x="109" y="144"/>
                    <a:pt x="109" y="112"/>
                  </a:cubicBezTo>
                  <a:cubicBezTo>
                    <a:pt x="109" y="82"/>
                    <a:pt x="105" y="44"/>
                    <a:pt x="85" y="44"/>
                  </a:cubicBezTo>
                  <a:cubicBezTo>
                    <a:pt x="63" y="44"/>
                    <a:pt x="59" y="82"/>
                    <a:pt x="59" y="112"/>
                  </a:cubicBezTo>
                  <a:close/>
                  <a:moveTo>
                    <a:pt x="168" y="112"/>
                  </a:moveTo>
                  <a:cubicBezTo>
                    <a:pt x="168" y="203"/>
                    <a:pt x="118" y="226"/>
                    <a:pt x="84" y="226"/>
                  </a:cubicBezTo>
                  <a:cubicBezTo>
                    <a:pt x="32" y="226"/>
                    <a:pt x="0" y="185"/>
                    <a:pt x="0" y="114"/>
                  </a:cubicBezTo>
                  <a:cubicBezTo>
                    <a:pt x="0" y="35"/>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05" name="Google Shape;2305;p45"/>
            <p:cNvSpPr/>
            <p:nvPr/>
          </p:nvSpPr>
          <p:spPr>
            <a:xfrm>
              <a:off x="3341" y="2244"/>
              <a:ext cx="79" cy="142"/>
            </a:xfrm>
            <a:custGeom>
              <a:avLst/>
              <a:gdLst/>
              <a:ahLst/>
              <a:cxnLst/>
              <a:rect l="l" t="t" r="r" b="b"/>
              <a:pathLst>
                <a:path w="170" h="308" extrusionOk="0">
                  <a:moveTo>
                    <a:pt x="61" y="142"/>
                  </a:moveTo>
                  <a:cubicBezTo>
                    <a:pt x="61" y="150"/>
                    <a:pt x="62" y="157"/>
                    <a:pt x="64" y="161"/>
                  </a:cubicBezTo>
                  <a:cubicBezTo>
                    <a:pt x="69" y="174"/>
                    <a:pt x="76" y="178"/>
                    <a:pt x="83" y="178"/>
                  </a:cubicBezTo>
                  <a:cubicBezTo>
                    <a:pt x="104" y="178"/>
                    <a:pt x="111" y="148"/>
                    <a:pt x="111" y="113"/>
                  </a:cubicBezTo>
                  <a:cubicBezTo>
                    <a:pt x="111" y="72"/>
                    <a:pt x="101" y="49"/>
                    <a:pt x="84" y="49"/>
                  </a:cubicBezTo>
                  <a:cubicBezTo>
                    <a:pt x="75" y="49"/>
                    <a:pt x="66" y="58"/>
                    <a:pt x="64" y="68"/>
                  </a:cubicBezTo>
                  <a:cubicBezTo>
                    <a:pt x="62" y="72"/>
                    <a:pt x="61" y="78"/>
                    <a:pt x="61" y="84"/>
                  </a:cubicBezTo>
                  <a:lnTo>
                    <a:pt x="61" y="142"/>
                  </a:lnTo>
                  <a:close/>
                  <a:moveTo>
                    <a:pt x="2" y="73"/>
                  </a:moveTo>
                  <a:cubicBezTo>
                    <a:pt x="2" y="46"/>
                    <a:pt x="1" y="24"/>
                    <a:pt x="0" y="4"/>
                  </a:cubicBezTo>
                  <a:lnTo>
                    <a:pt x="52" y="4"/>
                  </a:lnTo>
                  <a:lnTo>
                    <a:pt x="55" y="29"/>
                  </a:lnTo>
                  <a:lnTo>
                    <a:pt x="56" y="29"/>
                  </a:lnTo>
                  <a:cubicBezTo>
                    <a:pt x="65" y="11"/>
                    <a:pt x="81" y="0"/>
                    <a:pt x="102" y="0"/>
                  </a:cubicBezTo>
                  <a:cubicBezTo>
                    <a:pt x="150" y="0"/>
                    <a:pt x="170" y="52"/>
                    <a:pt x="170" y="113"/>
                  </a:cubicBezTo>
                  <a:cubicBezTo>
                    <a:pt x="170" y="191"/>
                    <a:pt x="135" y="226"/>
                    <a:pt x="98" y="226"/>
                  </a:cubicBezTo>
                  <a:cubicBezTo>
                    <a:pt x="80" y="226"/>
                    <a:pt x="68" y="215"/>
                    <a:pt x="62" y="204"/>
                  </a:cubicBezTo>
                  <a:lnTo>
                    <a:pt x="61" y="204"/>
                  </a:lnTo>
                  <a:lnTo>
                    <a:pt x="61" y="308"/>
                  </a:lnTo>
                  <a:lnTo>
                    <a:pt x="2" y="308"/>
                  </a:lnTo>
                  <a:lnTo>
                    <a:pt x="2" y="7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06" name="Google Shape;2306;p45"/>
            <p:cNvSpPr/>
            <p:nvPr/>
          </p:nvSpPr>
          <p:spPr>
            <a:xfrm>
              <a:off x="3436" y="2244"/>
              <a:ext cx="123" cy="103"/>
            </a:xfrm>
            <a:custGeom>
              <a:avLst/>
              <a:gdLst/>
              <a:ahLst/>
              <a:cxnLst/>
              <a:rect l="l" t="t" r="r" b="b"/>
              <a:pathLst>
                <a:path w="266" h="222" extrusionOk="0">
                  <a:moveTo>
                    <a:pt x="2" y="69"/>
                  </a:moveTo>
                  <a:cubicBezTo>
                    <a:pt x="2" y="45"/>
                    <a:pt x="0" y="24"/>
                    <a:pt x="0" y="4"/>
                  </a:cubicBezTo>
                  <a:lnTo>
                    <a:pt x="51" y="4"/>
                  </a:lnTo>
                  <a:lnTo>
                    <a:pt x="54" y="29"/>
                  </a:lnTo>
                  <a:lnTo>
                    <a:pt x="55" y="29"/>
                  </a:lnTo>
                  <a:cubicBezTo>
                    <a:pt x="66" y="12"/>
                    <a:pt x="84" y="0"/>
                    <a:pt x="107" y="0"/>
                  </a:cubicBezTo>
                  <a:cubicBezTo>
                    <a:pt x="132" y="0"/>
                    <a:pt x="148" y="11"/>
                    <a:pt x="155" y="29"/>
                  </a:cubicBezTo>
                  <a:lnTo>
                    <a:pt x="156" y="29"/>
                  </a:lnTo>
                  <a:cubicBezTo>
                    <a:pt x="162" y="21"/>
                    <a:pt x="170" y="13"/>
                    <a:pt x="178" y="8"/>
                  </a:cubicBezTo>
                  <a:cubicBezTo>
                    <a:pt x="187" y="3"/>
                    <a:pt x="198" y="0"/>
                    <a:pt x="209" y="0"/>
                  </a:cubicBezTo>
                  <a:cubicBezTo>
                    <a:pt x="248" y="0"/>
                    <a:pt x="266" y="31"/>
                    <a:pt x="266" y="84"/>
                  </a:cubicBezTo>
                  <a:lnTo>
                    <a:pt x="266" y="222"/>
                  </a:lnTo>
                  <a:lnTo>
                    <a:pt x="207" y="222"/>
                  </a:lnTo>
                  <a:lnTo>
                    <a:pt x="207" y="93"/>
                  </a:lnTo>
                  <a:cubicBezTo>
                    <a:pt x="207" y="68"/>
                    <a:pt x="205" y="48"/>
                    <a:pt x="187" y="48"/>
                  </a:cubicBezTo>
                  <a:cubicBezTo>
                    <a:pt x="176" y="48"/>
                    <a:pt x="169" y="55"/>
                    <a:pt x="165" y="68"/>
                  </a:cubicBezTo>
                  <a:cubicBezTo>
                    <a:pt x="164" y="72"/>
                    <a:pt x="163" y="78"/>
                    <a:pt x="163" y="84"/>
                  </a:cubicBezTo>
                  <a:lnTo>
                    <a:pt x="163" y="222"/>
                  </a:lnTo>
                  <a:lnTo>
                    <a:pt x="105" y="222"/>
                  </a:lnTo>
                  <a:lnTo>
                    <a:pt x="105" y="85"/>
                  </a:lnTo>
                  <a:cubicBezTo>
                    <a:pt x="105" y="69"/>
                    <a:pt x="103" y="48"/>
                    <a:pt x="84" y="48"/>
                  </a:cubicBezTo>
                  <a:cubicBezTo>
                    <a:pt x="75" y="48"/>
                    <a:pt x="66" y="55"/>
                    <a:pt x="62" y="68"/>
                  </a:cubicBezTo>
                  <a:cubicBezTo>
                    <a:pt x="61" y="72"/>
                    <a:pt x="60" y="78"/>
                    <a:pt x="60" y="85"/>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07" name="Google Shape;2307;p45"/>
            <p:cNvSpPr/>
            <p:nvPr/>
          </p:nvSpPr>
          <p:spPr>
            <a:xfrm>
              <a:off x="3576" y="2244"/>
              <a:ext cx="75" cy="104"/>
            </a:xfrm>
            <a:custGeom>
              <a:avLst/>
              <a:gdLst/>
              <a:ahLst/>
              <a:cxnLst/>
              <a:rect l="l" t="t" r="r" b="b"/>
              <a:pathLst>
                <a:path w="162" h="225" extrusionOk="0">
                  <a:moveTo>
                    <a:pt x="109" y="93"/>
                  </a:moveTo>
                  <a:cubicBezTo>
                    <a:pt x="109" y="64"/>
                    <a:pt x="102" y="42"/>
                    <a:pt x="84" y="42"/>
                  </a:cubicBezTo>
                  <a:cubicBezTo>
                    <a:pt x="65" y="42"/>
                    <a:pt x="57" y="71"/>
                    <a:pt x="57" y="93"/>
                  </a:cubicBezTo>
                  <a:lnTo>
                    <a:pt x="109" y="93"/>
                  </a:lnTo>
                  <a:close/>
                  <a:moveTo>
                    <a:pt x="56" y="134"/>
                  </a:moveTo>
                  <a:cubicBezTo>
                    <a:pt x="57" y="168"/>
                    <a:pt x="77" y="180"/>
                    <a:pt x="103" y="180"/>
                  </a:cubicBezTo>
                  <a:cubicBezTo>
                    <a:pt x="120" y="180"/>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3"/>
                  </a:cubicBezTo>
                  <a:cubicBezTo>
                    <a:pt x="162" y="119"/>
                    <a:pt x="162" y="127"/>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08" name="Google Shape;2308;p45"/>
            <p:cNvSpPr/>
            <p:nvPr/>
          </p:nvSpPr>
          <p:spPr>
            <a:xfrm>
              <a:off x="3668" y="2244"/>
              <a:ext cx="76" cy="103"/>
            </a:xfrm>
            <a:custGeom>
              <a:avLst/>
              <a:gdLst/>
              <a:ahLst/>
              <a:cxnLst/>
              <a:rect l="l" t="t" r="r" b="b"/>
              <a:pathLst>
                <a:path w="166" h="222" extrusionOk="0">
                  <a:moveTo>
                    <a:pt x="2" y="69"/>
                  </a:moveTo>
                  <a:cubicBezTo>
                    <a:pt x="2" y="45"/>
                    <a:pt x="0" y="24"/>
                    <a:pt x="0" y="4"/>
                  </a:cubicBezTo>
                  <a:lnTo>
                    <a:pt x="51" y="4"/>
                  </a:lnTo>
                  <a:lnTo>
                    <a:pt x="53" y="29"/>
                  </a:lnTo>
                  <a:lnTo>
                    <a:pt x="54" y="29"/>
                  </a:lnTo>
                  <a:cubicBezTo>
                    <a:pt x="66" y="11"/>
                    <a:pt x="85" y="0"/>
                    <a:pt x="108" y="0"/>
                  </a:cubicBezTo>
                  <a:cubicBezTo>
                    <a:pt x="149" y="0"/>
                    <a:pt x="166" y="33"/>
                    <a:pt x="166" y="82"/>
                  </a:cubicBezTo>
                  <a:lnTo>
                    <a:pt x="166" y="222"/>
                  </a:lnTo>
                  <a:lnTo>
                    <a:pt x="107" y="222"/>
                  </a:lnTo>
                  <a:lnTo>
                    <a:pt x="107" y="85"/>
                  </a:lnTo>
                  <a:cubicBezTo>
                    <a:pt x="107" y="67"/>
                    <a:pt x="103" y="49"/>
                    <a:pt x="86" y="49"/>
                  </a:cubicBezTo>
                  <a:cubicBezTo>
                    <a:pt x="76" y="49"/>
                    <a:pt x="68" y="56"/>
                    <a:pt x="64" y="69"/>
                  </a:cubicBezTo>
                  <a:cubicBezTo>
                    <a:pt x="62" y="73"/>
                    <a:pt x="60" y="80"/>
                    <a:pt x="60" y="89"/>
                  </a:cubicBezTo>
                  <a:lnTo>
                    <a:pt x="60"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09" name="Google Shape;2309;p45"/>
            <p:cNvSpPr/>
            <p:nvPr/>
          </p:nvSpPr>
          <p:spPr>
            <a:xfrm>
              <a:off x="3758" y="2218"/>
              <a:ext cx="59" cy="130"/>
            </a:xfrm>
            <a:custGeom>
              <a:avLst/>
              <a:gdLst/>
              <a:ahLst/>
              <a:cxnLst/>
              <a:rect l="l" t="t" r="r" b="b"/>
              <a:pathLst>
                <a:path w="128" h="281" extrusionOk="0">
                  <a:moveTo>
                    <a:pt x="85" y="0"/>
                  </a:moveTo>
                  <a:lnTo>
                    <a:pt x="85" y="60"/>
                  </a:lnTo>
                  <a:lnTo>
                    <a:pt x="128" y="60"/>
                  </a:lnTo>
                  <a:lnTo>
                    <a:pt x="128" y="101"/>
                  </a:lnTo>
                  <a:lnTo>
                    <a:pt x="85" y="101"/>
                  </a:lnTo>
                  <a:lnTo>
                    <a:pt x="85" y="201"/>
                  </a:lnTo>
                  <a:cubicBezTo>
                    <a:pt x="85" y="226"/>
                    <a:pt x="95" y="233"/>
                    <a:pt x="107" y="233"/>
                  </a:cubicBezTo>
                  <a:cubicBezTo>
                    <a:pt x="113" y="233"/>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60"/>
                  </a:lnTo>
                  <a:lnTo>
                    <a:pt x="26" y="60"/>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10" name="Google Shape;2310;p45"/>
            <p:cNvSpPr/>
            <p:nvPr/>
          </p:nvSpPr>
          <p:spPr>
            <a:xfrm>
              <a:off x="2139" y="2423"/>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11" name="Google Shape;2311;p45"/>
            <p:cNvSpPr/>
            <p:nvPr/>
          </p:nvSpPr>
          <p:spPr>
            <a:xfrm>
              <a:off x="2225" y="2461"/>
              <a:ext cx="76"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12" name="Google Shape;2312;p45"/>
            <p:cNvSpPr/>
            <p:nvPr/>
          </p:nvSpPr>
          <p:spPr>
            <a:xfrm>
              <a:off x="2318"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13" name="Google Shape;2313;p45"/>
            <p:cNvSpPr/>
            <p:nvPr/>
          </p:nvSpPr>
          <p:spPr>
            <a:xfrm>
              <a:off x="2376" y="2462"/>
              <a:ext cx="80" cy="102"/>
            </a:xfrm>
            <a:custGeom>
              <a:avLst/>
              <a:gdLst/>
              <a:ahLst/>
              <a:cxnLst/>
              <a:rect l="l" t="t" r="r" b="b"/>
              <a:pathLst>
                <a:path w="173" h="219" extrusionOk="0">
                  <a:moveTo>
                    <a:pt x="62" y="0"/>
                  </a:moveTo>
                  <a:lnTo>
                    <a:pt x="79" y="98"/>
                  </a:lnTo>
                  <a:cubicBezTo>
                    <a:pt x="82" y="117"/>
                    <a:pt x="85" y="137"/>
                    <a:pt x="88" y="159"/>
                  </a:cubicBezTo>
                  <a:lnTo>
                    <a:pt x="89" y="159"/>
                  </a:lnTo>
                  <a:cubicBezTo>
                    <a:pt x="92" y="137"/>
                    <a:pt x="95" y="118"/>
                    <a:pt x="98" y="98"/>
                  </a:cubicBezTo>
                  <a:lnTo>
                    <a:pt x="115" y="0"/>
                  </a:lnTo>
                  <a:lnTo>
                    <a:pt x="173" y="0"/>
                  </a:lnTo>
                  <a:lnTo>
                    <a:pt x="114" y="219"/>
                  </a:lnTo>
                  <a:lnTo>
                    <a:pt x="59" y="219"/>
                  </a:lnTo>
                  <a:lnTo>
                    <a:pt x="0" y="0"/>
                  </a:lnTo>
                  <a:lnTo>
                    <a:pt x="62"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14" name="Google Shape;2314;p45"/>
            <p:cNvSpPr/>
            <p:nvPr/>
          </p:nvSpPr>
          <p:spPr>
            <a:xfrm>
              <a:off x="2467" y="2421"/>
              <a:ext cx="28" cy="143"/>
            </a:xfrm>
            <a:custGeom>
              <a:avLst/>
              <a:gdLst/>
              <a:ahLst/>
              <a:cxnLst/>
              <a:rect l="l" t="t" r="r" b="b"/>
              <a:pathLst>
                <a:path w="62" h="309" extrusionOk="0">
                  <a:moveTo>
                    <a:pt x="2" y="309"/>
                  </a:moveTo>
                  <a:lnTo>
                    <a:pt x="2" y="90"/>
                  </a:lnTo>
                  <a:lnTo>
                    <a:pt x="61" y="90"/>
                  </a:lnTo>
                  <a:lnTo>
                    <a:pt x="61" y="309"/>
                  </a:lnTo>
                  <a:lnTo>
                    <a:pt x="2" y="309"/>
                  </a:lnTo>
                  <a:close/>
                  <a:moveTo>
                    <a:pt x="61" y="32"/>
                  </a:moveTo>
                  <a:cubicBezTo>
                    <a:pt x="62" y="51"/>
                    <a:pt x="48" y="64"/>
                    <a:pt x="30" y="64"/>
                  </a:cubicBezTo>
                  <a:cubicBezTo>
                    <a:pt x="14" y="64"/>
                    <a:pt x="0" y="51"/>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15" name="Google Shape;2315;p45"/>
            <p:cNvSpPr/>
            <p:nvPr/>
          </p:nvSpPr>
          <p:spPr>
            <a:xfrm>
              <a:off x="2512" y="2461"/>
              <a:ext cx="61" cy="104"/>
            </a:xfrm>
            <a:custGeom>
              <a:avLst/>
              <a:gdLst/>
              <a:ahLst/>
              <a:cxnLst/>
              <a:rect l="l" t="t" r="r" b="b"/>
              <a:pathLst>
                <a:path w="132" h="225" extrusionOk="0">
                  <a:moveTo>
                    <a:pt x="129" y="218"/>
                  </a:moveTo>
                  <a:cubicBezTo>
                    <a:pt x="123" y="221"/>
                    <a:pt x="108" y="225"/>
                    <a:pt x="92" y="225"/>
                  </a:cubicBezTo>
                  <a:cubicBezTo>
                    <a:pt x="36" y="225"/>
                    <a:pt x="0" y="186"/>
                    <a:pt x="0" y="115"/>
                  </a:cubicBezTo>
                  <a:cubicBezTo>
                    <a:pt x="0" y="47"/>
                    <a:pt x="39" y="0"/>
                    <a:pt x="100" y="0"/>
                  </a:cubicBezTo>
                  <a:cubicBezTo>
                    <a:pt x="114" y="0"/>
                    <a:pt x="127" y="3"/>
                    <a:pt x="132" y="6"/>
                  </a:cubicBezTo>
                  <a:lnTo>
                    <a:pt x="125" y="52"/>
                  </a:lnTo>
                  <a:cubicBezTo>
                    <a:pt x="120" y="50"/>
                    <a:pt x="113" y="48"/>
                    <a:pt x="103" y="48"/>
                  </a:cubicBezTo>
                  <a:cubicBezTo>
                    <a:pt x="75" y="48"/>
                    <a:pt x="58" y="75"/>
                    <a:pt x="58" y="113"/>
                  </a:cubicBezTo>
                  <a:cubicBezTo>
                    <a:pt x="58" y="153"/>
                    <a:pt x="75" y="177"/>
                    <a:pt x="102" y="177"/>
                  </a:cubicBezTo>
                  <a:cubicBezTo>
                    <a:pt x="110"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16" name="Google Shape;2316;p45"/>
            <p:cNvSpPr/>
            <p:nvPr/>
          </p:nvSpPr>
          <p:spPr>
            <a:xfrm>
              <a:off x="2580" y="2461"/>
              <a:ext cx="76"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8" y="180"/>
                    <a:pt x="104"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17" name="Google Shape;2317;p45"/>
            <p:cNvSpPr/>
            <p:nvPr/>
          </p:nvSpPr>
          <p:spPr>
            <a:xfrm>
              <a:off x="2698" y="2419"/>
              <a:ext cx="65" cy="145"/>
            </a:xfrm>
            <a:custGeom>
              <a:avLst/>
              <a:gdLst/>
              <a:ahLst/>
              <a:cxnLst/>
              <a:rect l="l" t="t" r="r" b="b"/>
              <a:pathLst>
                <a:path w="140" h="313" extrusionOk="0">
                  <a:moveTo>
                    <a:pt x="29" y="313"/>
                  </a:moveTo>
                  <a:lnTo>
                    <a:pt x="29" y="136"/>
                  </a:lnTo>
                  <a:lnTo>
                    <a:pt x="0" y="136"/>
                  </a:lnTo>
                  <a:lnTo>
                    <a:pt x="0" y="94"/>
                  </a:lnTo>
                  <a:lnTo>
                    <a:pt x="29" y="94"/>
                  </a:lnTo>
                  <a:lnTo>
                    <a:pt x="29" y="85"/>
                  </a:lnTo>
                  <a:cubicBezTo>
                    <a:pt x="29" y="61"/>
                    <a:pt x="34" y="38"/>
                    <a:pt x="52" y="20"/>
                  </a:cubicBezTo>
                  <a:cubicBezTo>
                    <a:pt x="65" y="7"/>
                    <a:pt x="84" y="0"/>
                    <a:pt x="104" y="0"/>
                  </a:cubicBezTo>
                  <a:cubicBezTo>
                    <a:pt x="120" y="0"/>
                    <a:pt x="131" y="2"/>
                    <a:pt x="140" y="5"/>
                  </a:cubicBezTo>
                  <a:lnTo>
                    <a:pt x="133" y="50"/>
                  </a:lnTo>
                  <a:cubicBezTo>
                    <a:pt x="129" y="49"/>
                    <a:pt x="122" y="48"/>
                    <a:pt x="115" y="48"/>
                  </a:cubicBezTo>
                  <a:cubicBezTo>
                    <a:pt x="95" y="48"/>
                    <a:pt x="88" y="65"/>
                    <a:pt x="88" y="84"/>
                  </a:cubicBezTo>
                  <a:lnTo>
                    <a:pt x="88" y="94"/>
                  </a:lnTo>
                  <a:lnTo>
                    <a:pt x="126" y="94"/>
                  </a:lnTo>
                  <a:lnTo>
                    <a:pt x="126" y="136"/>
                  </a:lnTo>
                  <a:lnTo>
                    <a:pt x="88" y="136"/>
                  </a:lnTo>
                  <a:lnTo>
                    <a:pt x="88" y="313"/>
                  </a:lnTo>
                  <a:lnTo>
                    <a:pt x="29" y="31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18" name="Google Shape;2318;p45"/>
            <p:cNvSpPr/>
            <p:nvPr/>
          </p:nvSpPr>
          <p:spPr>
            <a:xfrm>
              <a:off x="2764" y="2461"/>
              <a:ext cx="78" cy="104"/>
            </a:xfrm>
            <a:custGeom>
              <a:avLst/>
              <a:gdLst/>
              <a:ahLst/>
              <a:cxnLst/>
              <a:rect l="l" t="t" r="r" b="b"/>
              <a:pathLst>
                <a:path w="168" h="225" extrusionOk="0">
                  <a:moveTo>
                    <a:pt x="59" y="112"/>
                  </a:moveTo>
                  <a:cubicBezTo>
                    <a:pt x="59" y="149"/>
                    <a:pt x="65" y="181"/>
                    <a:pt x="86" y="181"/>
                  </a:cubicBezTo>
                  <a:cubicBezTo>
                    <a:pt x="105" y="181"/>
                    <a:pt x="110" y="144"/>
                    <a:pt x="110" y="112"/>
                  </a:cubicBezTo>
                  <a:cubicBezTo>
                    <a:pt x="110" y="82"/>
                    <a:pt x="105" y="44"/>
                    <a:pt x="85" y="44"/>
                  </a:cubicBezTo>
                  <a:cubicBezTo>
                    <a:pt x="63" y="44"/>
                    <a:pt x="59" y="82"/>
                    <a:pt x="59" y="112"/>
                  </a:cubicBezTo>
                  <a:close/>
                  <a:moveTo>
                    <a:pt x="168" y="112"/>
                  </a:moveTo>
                  <a:cubicBezTo>
                    <a:pt x="168" y="203"/>
                    <a:pt x="118" y="225"/>
                    <a:pt x="84" y="225"/>
                  </a:cubicBezTo>
                  <a:cubicBezTo>
                    <a:pt x="32" y="225"/>
                    <a:pt x="0" y="184"/>
                    <a:pt x="0" y="113"/>
                  </a:cubicBezTo>
                  <a:cubicBezTo>
                    <a:pt x="0" y="34"/>
                    <a:pt x="42" y="0"/>
                    <a:pt x="85" y="0"/>
                  </a:cubicBezTo>
                  <a:cubicBezTo>
                    <a:pt x="137" y="0"/>
                    <a:pt x="168" y="43"/>
                    <a:pt x="168" y="11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19" name="Google Shape;2319;p45"/>
            <p:cNvSpPr/>
            <p:nvPr/>
          </p:nvSpPr>
          <p:spPr>
            <a:xfrm>
              <a:off x="2857" y="2461"/>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99" y="0"/>
                  </a:cubicBezTo>
                  <a:cubicBezTo>
                    <a:pt x="105" y="0"/>
                    <a:pt x="108" y="0"/>
                    <a:pt x="112" y="0"/>
                  </a:cubicBezTo>
                  <a:lnTo>
                    <a:pt x="112" y="59"/>
                  </a:lnTo>
                  <a:cubicBezTo>
                    <a:pt x="108" y="58"/>
                    <a:pt x="104" y="58"/>
                    <a:pt x="99"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20" name="Google Shape;2320;p45"/>
            <p:cNvSpPr/>
            <p:nvPr/>
          </p:nvSpPr>
          <p:spPr>
            <a:xfrm>
              <a:off x="2944" y="2424"/>
              <a:ext cx="77" cy="140"/>
            </a:xfrm>
            <a:custGeom>
              <a:avLst/>
              <a:gdLst/>
              <a:ahLst/>
              <a:cxnLst/>
              <a:rect l="l" t="t" r="r" b="b"/>
              <a:pathLst>
                <a:path w="77" h="140" extrusionOk="0">
                  <a:moveTo>
                    <a:pt x="25" y="25"/>
                  </a:moveTo>
                  <a:lnTo>
                    <a:pt x="0" y="25"/>
                  </a:lnTo>
                  <a:lnTo>
                    <a:pt x="0" y="0"/>
                  </a:lnTo>
                  <a:lnTo>
                    <a:pt x="77" y="0"/>
                  </a:lnTo>
                  <a:lnTo>
                    <a:pt x="77" y="25"/>
                  </a:lnTo>
                  <a:lnTo>
                    <a:pt x="52" y="25"/>
                  </a:lnTo>
                  <a:lnTo>
                    <a:pt x="52" y="140"/>
                  </a:lnTo>
                  <a:lnTo>
                    <a:pt x="25" y="140"/>
                  </a:lnTo>
                  <a:lnTo>
                    <a:pt x="25" y="25"/>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21" name="Google Shape;2321;p45"/>
            <p:cNvSpPr/>
            <p:nvPr/>
          </p:nvSpPr>
          <p:spPr>
            <a:xfrm>
              <a:off x="3021" y="2461"/>
              <a:ext cx="75" cy="104"/>
            </a:xfrm>
            <a:custGeom>
              <a:avLst/>
              <a:gdLst/>
              <a:ahLst/>
              <a:cxnLst/>
              <a:rect l="l" t="t" r="r" b="b"/>
              <a:pathLst>
                <a:path w="162" h="225" extrusionOk="0">
                  <a:moveTo>
                    <a:pt x="109" y="92"/>
                  </a:moveTo>
                  <a:cubicBezTo>
                    <a:pt x="109" y="64"/>
                    <a:pt x="102" y="42"/>
                    <a:pt x="84" y="42"/>
                  </a:cubicBezTo>
                  <a:cubicBezTo>
                    <a:pt x="65" y="42"/>
                    <a:pt x="57" y="70"/>
                    <a:pt x="57" y="92"/>
                  </a:cubicBezTo>
                  <a:lnTo>
                    <a:pt x="109" y="92"/>
                  </a:lnTo>
                  <a:close/>
                  <a:moveTo>
                    <a:pt x="56" y="133"/>
                  </a:moveTo>
                  <a:cubicBezTo>
                    <a:pt x="57" y="167"/>
                    <a:pt x="77" y="180"/>
                    <a:pt x="103" y="180"/>
                  </a:cubicBezTo>
                  <a:cubicBezTo>
                    <a:pt x="120" y="180"/>
                    <a:pt x="134" y="176"/>
                    <a:pt x="145" y="173"/>
                  </a:cubicBezTo>
                  <a:lnTo>
                    <a:pt x="153" y="215"/>
                  </a:lnTo>
                  <a:cubicBezTo>
                    <a:pt x="138" y="221"/>
                    <a:pt x="115" y="225"/>
                    <a:pt x="92" y="225"/>
                  </a:cubicBezTo>
                  <a:cubicBezTo>
                    <a:pt x="33" y="225"/>
                    <a:pt x="0" y="185"/>
                    <a:pt x="0" y="117"/>
                  </a:cubicBezTo>
                  <a:cubicBezTo>
                    <a:pt x="0" y="43"/>
                    <a:pt x="38" y="0"/>
                    <a:pt x="88" y="0"/>
                  </a:cubicBezTo>
                  <a:cubicBezTo>
                    <a:pt x="135" y="0"/>
                    <a:pt x="162" y="37"/>
                    <a:pt x="162" y="103"/>
                  </a:cubicBezTo>
                  <a:cubicBezTo>
                    <a:pt x="162" y="119"/>
                    <a:pt x="162" y="127"/>
                    <a:pt x="161" y="133"/>
                  </a:cubicBezTo>
                  <a:lnTo>
                    <a:pt x="56"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22" name="Google Shape;2322;p45"/>
            <p:cNvSpPr/>
            <p:nvPr/>
          </p:nvSpPr>
          <p:spPr>
            <a:xfrm>
              <a:off x="3107" y="2461"/>
              <a:ext cx="76" cy="104"/>
            </a:xfrm>
            <a:custGeom>
              <a:avLst/>
              <a:gdLst/>
              <a:ahLst/>
              <a:cxnLst/>
              <a:rect l="l" t="t" r="r" b="b"/>
              <a:pathLst>
                <a:path w="164" h="225" extrusionOk="0">
                  <a:moveTo>
                    <a:pt x="103" y="115"/>
                  </a:moveTo>
                  <a:cubicBezTo>
                    <a:pt x="83" y="116"/>
                    <a:pt x="56" y="122"/>
                    <a:pt x="56" y="153"/>
                  </a:cubicBezTo>
                  <a:cubicBezTo>
                    <a:pt x="56" y="175"/>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3"/>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23" name="Google Shape;2323;p45"/>
            <p:cNvSpPr/>
            <p:nvPr/>
          </p:nvSpPr>
          <p:spPr>
            <a:xfrm>
              <a:off x="3199" y="2461"/>
              <a:ext cx="61" cy="104"/>
            </a:xfrm>
            <a:custGeom>
              <a:avLst/>
              <a:gdLst/>
              <a:ahLst/>
              <a:cxnLst/>
              <a:rect l="l" t="t" r="r" b="b"/>
              <a:pathLst>
                <a:path w="133" h="225" extrusionOk="0">
                  <a:moveTo>
                    <a:pt x="129" y="218"/>
                  </a:moveTo>
                  <a:cubicBezTo>
                    <a:pt x="123" y="221"/>
                    <a:pt x="109" y="225"/>
                    <a:pt x="92" y="225"/>
                  </a:cubicBezTo>
                  <a:cubicBezTo>
                    <a:pt x="36" y="225"/>
                    <a:pt x="0" y="186"/>
                    <a:pt x="0" y="115"/>
                  </a:cubicBezTo>
                  <a:cubicBezTo>
                    <a:pt x="0" y="47"/>
                    <a:pt x="40" y="0"/>
                    <a:pt x="101" y="0"/>
                  </a:cubicBezTo>
                  <a:cubicBezTo>
                    <a:pt x="114" y="0"/>
                    <a:pt x="127" y="3"/>
                    <a:pt x="133" y="6"/>
                  </a:cubicBezTo>
                  <a:lnTo>
                    <a:pt x="125" y="52"/>
                  </a:lnTo>
                  <a:cubicBezTo>
                    <a:pt x="120" y="50"/>
                    <a:pt x="113" y="48"/>
                    <a:pt x="103" y="48"/>
                  </a:cubicBezTo>
                  <a:cubicBezTo>
                    <a:pt x="75" y="48"/>
                    <a:pt x="58" y="75"/>
                    <a:pt x="58" y="113"/>
                  </a:cubicBezTo>
                  <a:cubicBezTo>
                    <a:pt x="58" y="153"/>
                    <a:pt x="75" y="177"/>
                    <a:pt x="102" y="177"/>
                  </a:cubicBezTo>
                  <a:cubicBezTo>
                    <a:pt x="111" y="177"/>
                    <a:pt x="118" y="175"/>
                    <a:pt x="124" y="172"/>
                  </a:cubicBezTo>
                  <a:lnTo>
                    <a:pt x="129" y="21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24" name="Google Shape;2324;p45"/>
            <p:cNvSpPr/>
            <p:nvPr/>
          </p:nvSpPr>
          <p:spPr>
            <a:xfrm>
              <a:off x="3270" y="2420"/>
              <a:ext cx="77"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7" y="90"/>
                    <a:pt x="98" y="88"/>
                    <a:pt x="109" y="88"/>
                  </a:cubicBezTo>
                  <a:cubicBezTo>
                    <a:pt x="149" y="88"/>
                    <a:pt x="165" y="122"/>
                    <a:pt x="165" y="177"/>
                  </a:cubicBezTo>
                  <a:lnTo>
                    <a:pt x="165" y="310"/>
                  </a:lnTo>
                  <a:lnTo>
                    <a:pt x="106" y="310"/>
                  </a:lnTo>
                  <a:lnTo>
                    <a:pt x="106" y="177"/>
                  </a:lnTo>
                  <a:cubicBezTo>
                    <a:pt x="106" y="156"/>
                    <a:pt x="102" y="137"/>
                    <a:pt x="84" y="137"/>
                  </a:cubicBezTo>
                  <a:cubicBezTo>
                    <a:pt x="74" y="137"/>
                    <a:pt x="66" y="143"/>
                    <a:pt x="61" y="157"/>
                  </a:cubicBezTo>
                  <a:cubicBezTo>
                    <a:pt x="61"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25" name="Google Shape;2325;p45"/>
            <p:cNvSpPr/>
            <p:nvPr/>
          </p:nvSpPr>
          <p:spPr>
            <a:xfrm>
              <a:off x="3364" y="2461"/>
              <a:ext cx="75" cy="104"/>
            </a:xfrm>
            <a:custGeom>
              <a:avLst/>
              <a:gdLst/>
              <a:ahLst/>
              <a:cxnLst/>
              <a:rect l="l" t="t" r="r" b="b"/>
              <a:pathLst>
                <a:path w="163" h="225" extrusionOk="0">
                  <a:moveTo>
                    <a:pt x="109" y="92"/>
                  </a:moveTo>
                  <a:cubicBezTo>
                    <a:pt x="109" y="64"/>
                    <a:pt x="102" y="42"/>
                    <a:pt x="85"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26" name="Google Shape;2326;p45"/>
            <p:cNvSpPr/>
            <p:nvPr/>
          </p:nvSpPr>
          <p:spPr>
            <a:xfrm>
              <a:off x="3454" y="2461"/>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4" y="0"/>
                    <a:pt x="100" y="0"/>
                  </a:cubicBezTo>
                  <a:cubicBezTo>
                    <a:pt x="106" y="0"/>
                    <a:pt x="109" y="0"/>
                    <a:pt x="112" y="0"/>
                  </a:cubicBezTo>
                  <a:lnTo>
                    <a:pt x="112" y="59"/>
                  </a:lnTo>
                  <a:cubicBezTo>
                    <a:pt x="109" y="58"/>
                    <a:pt x="105" y="58"/>
                    <a:pt x="100" y="58"/>
                  </a:cubicBezTo>
                  <a:cubicBezTo>
                    <a:pt x="87" y="58"/>
                    <a:pt x="70" y="66"/>
                    <a:pt x="64" y="89"/>
                  </a:cubicBezTo>
                  <a:cubicBezTo>
                    <a:pt x="62" y="94"/>
                    <a:pt x="62" y="102"/>
                    <a:pt x="62" y="111"/>
                  </a:cubicBezTo>
                  <a:lnTo>
                    <a:pt x="62"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27" name="Google Shape;2327;p45"/>
            <p:cNvSpPr/>
            <p:nvPr/>
          </p:nvSpPr>
          <p:spPr>
            <a:xfrm>
              <a:off x="3512" y="2461"/>
              <a:ext cx="60" cy="104"/>
            </a:xfrm>
            <a:custGeom>
              <a:avLst/>
              <a:gdLst/>
              <a:ahLst/>
              <a:cxnLst/>
              <a:rect l="l" t="t" r="r" b="b"/>
              <a:pathLst>
                <a:path w="128" h="225" extrusionOk="0">
                  <a:moveTo>
                    <a:pt x="11" y="169"/>
                  </a:moveTo>
                  <a:cubicBezTo>
                    <a:pt x="19" y="175"/>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6"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28" name="Google Shape;2328;p45"/>
            <p:cNvSpPr/>
            <p:nvPr/>
          </p:nvSpPr>
          <p:spPr>
            <a:xfrm>
              <a:off x="1899" y="1222"/>
              <a:ext cx="707" cy="797"/>
            </a:xfrm>
            <a:custGeom>
              <a:avLst/>
              <a:gdLst/>
              <a:ahLst/>
              <a:cxnLst/>
              <a:rect l="l" t="t" r="r" b="b"/>
              <a:pathLst>
                <a:path w="1526" h="1722" extrusionOk="0">
                  <a:moveTo>
                    <a:pt x="0" y="0"/>
                  </a:moveTo>
                  <a:lnTo>
                    <a:pt x="841" y="0"/>
                  </a:lnTo>
                  <a:cubicBezTo>
                    <a:pt x="1058" y="0"/>
                    <a:pt x="1227" y="42"/>
                    <a:pt x="1346" y="127"/>
                  </a:cubicBezTo>
                  <a:cubicBezTo>
                    <a:pt x="1466" y="213"/>
                    <a:pt x="1526" y="333"/>
                    <a:pt x="1526" y="490"/>
                  </a:cubicBezTo>
                  <a:cubicBezTo>
                    <a:pt x="1526" y="571"/>
                    <a:pt x="1506" y="653"/>
                    <a:pt x="1466" y="735"/>
                  </a:cubicBezTo>
                  <a:cubicBezTo>
                    <a:pt x="1427" y="817"/>
                    <a:pt x="1344" y="888"/>
                    <a:pt x="1217" y="948"/>
                  </a:cubicBezTo>
                  <a:cubicBezTo>
                    <a:pt x="1091" y="1009"/>
                    <a:pt x="932" y="1039"/>
                    <a:pt x="741" y="1039"/>
                  </a:cubicBezTo>
                  <a:lnTo>
                    <a:pt x="555" y="1039"/>
                  </a:lnTo>
                  <a:lnTo>
                    <a:pt x="555" y="1722"/>
                  </a:lnTo>
                  <a:lnTo>
                    <a:pt x="0" y="1722"/>
                  </a:lnTo>
                  <a:lnTo>
                    <a:pt x="0" y="0"/>
                  </a:lnTo>
                  <a:close/>
                  <a:moveTo>
                    <a:pt x="555" y="332"/>
                  </a:moveTo>
                  <a:lnTo>
                    <a:pt x="555" y="701"/>
                  </a:lnTo>
                  <a:lnTo>
                    <a:pt x="676" y="701"/>
                  </a:lnTo>
                  <a:cubicBezTo>
                    <a:pt x="766" y="701"/>
                    <a:pt x="837" y="684"/>
                    <a:pt x="891" y="650"/>
                  </a:cubicBezTo>
                  <a:cubicBezTo>
                    <a:pt x="944" y="615"/>
                    <a:pt x="971" y="567"/>
                    <a:pt x="971" y="506"/>
                  </a:cubicBezTo>
                  <a:cubicBezTo>
                    <a:pt x="971" y="447"/>
                    <a:pt x="950" y="404"/>
                    <a:pt x="909" y="375"/>
                  </a:cubicBezTo>
                  <a:cubicBezTo>
                    <a:pt x="868" y="346"/>
                    <a:pt x="807" y="332"/>
                    <a:pt x="725" y="332"/>
                  </a:cubicBezTo>
                  <a:lnTo>
                    <a:pt x="555" y="332"/>
                  </a:lnTo>
                  <a:lnTo>
                    <a:pt x="555" y="332"/>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29" name="Google Shape;2329;p45"/>
            <p:cNvSpPr/>
            <p:nvPr/>
          </p:nvSpPr>
          <p:spPr>
            <a:xfrm>
              <a:off x="2711" y="1222"/>
              <a:ext cx="732" cy="797"/>
            </a:xfrm>
            <a:custGeom>
              <a:avLst/>
              <a:gdLst/>
              <a:ahLst/>
              <a:cxnLst/>
              <a:rect l="l" t="t" r="r" b="b"/>
              <a:pathLst>
                <a:path w="1581" h="1722" extrusionOk="0">
                  <a:moveTo>
                    <a:pt x="0" y="0"/>
                  </a:moveTo>
                  <a:lnTo>
                    <a:pt x="688" y="0"/>
                  </a:lnTo>
                  <a:cubicBezTo>
                    <a:pt x="895" y="0"/>
                    <a:pt x="1066" y="35"/>
                    <a:pt x="1203" y="106"/>
                  </a:cubicBezTo>
                  <a:cubicBezTo>
                    <a:pt x="1339" y="177"/>
                    <a:pt x="1436" y="277"/>
                    <a:pt x="1494" y="408"/>
                  </a:cubicBezTo>
                  <a:cubicBezTo>
                    <a:pt x="1552" y="539"/>
                    <a:pt x="1581" y="684"/>
                    <a:pt x="1581" y="842"/>
                  </a:cubicBezTo>
                  <a:cubicBezTo>
                    <a:pt x="1581" y="1107"/>
                    <a:pt x="1499" y="1321"/>
                    <a:pt x="1335" y="1481"/>
                  </a:cubicBezTo>
                  <a:cubicBezTo>
                    <a:pt x="1171" y="1642"/>
                    <a:pt x="931" y="1722"/>
                    <a:pt x="614" y="1722"/>
                  </a:cubicBezTo>
                  <a:lnTo>
                    <a:pt x="0" y="1722"/>
                  </a:lnTo>
                  <a:lnTo>
                    <a:pt x="0" y="0"/>
                  </a:lnTo>
                  <a:close/>
                  <a:moveTo>
                    <a:pt x="550" y="334"/>
                  </a:moveTo>
                  <a:lnTo>
                    <a:pt x="550" y="1385"/>
                  </a:lnTo>
                  <a:lnTo>
                    <a:pt x="589" y="1385"/>
                  </a:lnTo>
                  <a:cubicBezTo>
                    <a:pt x="874" y="1385"/>
                    <a:pt x="1017" y="1196"/>
                    <a:pt x="1017" y="819"/>
                  </a:cubicBezTo>
                  <a:cubicBezTo>
                    <a:pt x="1017" y="674"/>
                    <a:pt x="986" y="556"/>
                    <a:pt x="924" y="468"/>
                  </a:cubicBezTo>
                  <a:cubicBezTo>
                    <a:pt x="863" y="379"/>
                    <a:pt x="762" y="334"/>
                    <a:pt x="622" y="334"/>
                  </a:cubicBezTo>
                  <a:lnTo>
                    <a:pt x="550" y="334"/>
                  </a:lnTo>
                  <a:lnTo>
                    <a:pt x="550" y="334"/>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30" name="Google Shape;2330;p45"/>
            <p:cNvSpPr/>
            <p:nvPr/>
          </p:nvSpPr>
          <p:spPr>
            <a:xfrm>
              <a:off x="3536" y="1208"/>
              <a:ext cx="639" cy="824"/>
            </a:xfrm>
            <a:custGeom>
              <a:avLst/>
              <a:gdLst/>
              <a:ahLst/>
              <a:cxnLst/>
              <a:rect l="l" t="t" r="r" b="b"/>
              <a:pathLst>
                <a:path w="1380" h="1778" extrusionOk="0">
                  <a:moveTo>
                    <a:pt x="0" y="1236"/>
                  </a:moveTo>
                  <a:cubicBezTo>
                    <a:pt x="181" y="1359"/>
                    <a:pt x="353" y="1421"/>
                    <a:pt x="514" y="1421"/>
                  </a:cubicBezTo>
                  <a:cubicBezTo>
                    <a:pt x="596" y="1421"/>
                    <a:pt x="667" y="1402"/>
                    <a:pt x="725" y="1363"/>
                  </a:cubicBezTo>
                  <a:cubicBezTo>
                    <a:pt x="784" y="1324"/>
                    <a:pt x="813" y="1278"/>
                    <a:pt x="813" y="1222"/>
                  </a:cubicBezTo>
                  <a:cubicBezTo>
                    <a:pt x="813" y="1178"/>
                    <a:pt x="792" y="1138"/>
                    <a:pt x="751" y="1104"/>
                  </a:cubicBezTo>
                  <a:cubicBezTo>
                    <a:pt x="708" y="1069"/>
                    <a:pt x="628" y="1031"/>
                    <a:pt x="511" y="987"/>
                  </a:cubicBezTo>
                  <a:cubicBezTo>
                    <a:pt x="345" y="928"/>
                    <a:pt x="219" y="861"/>
                    <a:pt x="132" y="788"/>
                  </a:cubicBezTo>
                  <a:cubicBezTo>
                    <a:pt x="44" y="715"/>
                    <a:pt x="0" y="622"/>
                    <a:pt x="0" y="509"/>
                  </a:cubicBezTo>
                  <a:cubicBezTo>
                    <a:pt x="0" y="366"/>
                    <a:pt x="69" y="246"/>
                    <a:pt x="206" y="148"/>
                  </a:cubicBezTo>
                  <a:cubicBezTo>
                    <a:pt x="344" y="49"/>
                    <a:pt x="526" y="0"/>
                    <a:pt x="752" y="0"/>
                  </a:cubicBezTo>
                  <a:cubicBezTo>
                    <a:pt x="908" y="0"/>
                    <a:pt x="1070" y="31"/>
                    <a:pt x="1238" y="92"/>
                  </a:cubicBezTo>
                  <a:lnTo>
                    <a:pt x="1238" y="503"/>
                  </a:lnTo>
                  <a:cubicBezTo>
                    <a:pt x="1089" y="398"/>
                    <a:pt x="946" y="346"/>
                    <a:pt x="810" y="346"/>
                  </a:cubicBezTo>
                  <a:cubicBezTo>
                    <a:pt x="742" y="346"/>
                    <a:pt x="684" y="361"/>
                    <a:pt x="634" y="390"/>
                  </a:cubicBezTo>
                  <a:cubicBezTo>
                    <a:pt x="584" y="420"/>
                    <a:pt x="560" y="456"/>
                    <a:pt x="560" y="498"/>
                  </a:cubicBezTo>
                  <a:cubicBezTo>
                    <a:pt x="560" y="539"/>
                    <a:pt x="580" y="574"/>
                    <a:pt x="621" y="604"/>
                  </a:cubicBezTo>
                  <a:cubicBezTo>
                    <a:pt x="660" y="634"/>
                    <a:pt x="733" y="666"/>
                    <a:pt x="840" y="700"/>
                  </a:cubicBezTo>
                  <a:cubicBezTo>
                    <a:pt x="1017" y="758"/>
                    <a:pt x="1152" y="824"/>
                    <a:pt x="1243" y="898"/>
                  </a:cubicBezTo>
                  <a:cubicBezTo>
                    <a:pt x="1334" y="973"/>
                    <a:pt x="1380" y="1074"/>
                    <a:pt x="1380" y="1200"/>
                  </a:cubicBezTo>
                  <a:cubicBezTo>
                    <a:pt x="1380" y="1360"/>
                    <a:pt x="1301" y="1496"/>
                    <a:pt x="1144" y="1609"/>
                  </a:cubicBezTo>
                  <a:cubicBezTo>
                    <a:pt x="987" y="1722"/>
                    <a:pt x="795" y="1778"/>
                    <a:pt x="568" y="1778"/>
                  </a:cubicBezTo>
                  <a:cubicBezTo>
                    <a:pt x="392" y="1778"/>
                    <a:pt x="203" y="1739"/>
                    <a:pt x="0" y="1662"/>
                  </a:cubicBezTo>
                  <a:lnTo>
                    <a:pt x="0" y="1236"/>
                  </a:lnTo>
                  <a:lnTo>
                    <a:pt x="0" y="1236"/>
                  </a:lnTo>
                  <a:close/>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31" name="Google Shape;2331;p45"/>
            <p:cNvSpPr/>
            <p:nvPr/>
          </p:nvSpPr>
          <p:spPr>
            <a:xfrm>
              <a:off x="4259" y="1222"/>
              <a:ext cx="690" cy="797"/>
            </a:xfrm>
            <a:custGeom>
              <a:avLst/>
              <a:gdLst/>
              <a:ahLst/>
              <a:cxnLst/>
              <a:rect l="l" t="t" r="r" b="b"/>
              <a:pathLst>
                <a:path w="1490" h="1722" extrusionOk="0">
                  <a:moveTo>
                    <a:pt x="1011" y="1722"/>
                  </a:moveTo>
                  <a:lnTo>
                    <a:pt x="461" y="1722"/>
                  </a:lnTo>
                  <a:lnTo>
                    <a:pt x="461" y="767"/>
                  </a:lnTo>
                  <a:cubicBezTo>
                    <a:pt x="461" y="767"/>
                    <a:pt x="550" y="751"/>
                    <a:pt x="741" y="999"/>
                  </a:cubicBezTo>
                  <a:cubicBezTo>
                    <a:pt x="928" y="1241"/>
                    <a:pt x="1011" y="1234"/>
                    <a:pt x="1011" y="1234"/>
                  </a:cubicBezTo>
                  <a:lnTo>
                    <a:pt x="1011" y="1722"/>
                  </a:lnTo>
                  <a:close/>
                  <a:moveTo>
                    <a:pt x="903" y="641"/>
                  </a:moveTo>
                  <a:cubicBezTo>
                    <a:pt x="662" y="483"/>
                    <a:pt x="461" y="536"/>
                    <a:pt x="461" y="536"/>
                  </a:cubicBezTo>
                  <a:lnTo>
                    <a:pt x="461" y="349"/>
                  </a:lnTo>
                  <a:lnTo>
                    <a:pt x="0" y="349"/>
                  </a:lnTo>
                  <a:lnTo>
                    <a:pt x="0" y="0"/>
                  </a:lnTo>
                  <a:lnTo>
                    <a:pt x="1490" y="0"/>
                  </a:lnTo>
                  <a:lnTo>
                    <a:pt x="1490" y="349"/>
                  </a:lnTo>
                  <a:lnTo>
                    <a:pt x="1011" y="349"/>
                  </a:lnTo>
                  <a:lnTo>
                    <a:pt x="1011" y="741"/>
                  </a:lnTo>
                  <a:cubicBezTo>
                    <a:pt x="1011" y="741"/>
                    <a:pt x="925" y="656"/>
                    <a:pt x="903" y="641"/>
                  </a:cubicBezTo>
                  <a:lnTo>
                    <a:pt x="903" y="641"/>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32" name="Google Shape;2332;p45"/>
            <p:cNvSpPr/>
            <p:nvPr/>
          </p:nvSpPr>
          <p:spPr>
            <a:xfrm>
              <a:off x="4372" y="1311"/>
              <a:ext cx="1692" cy="714"/>
            </a:xfrm>
            <a:custGeom>
              <a:avLst/>
              <a:gdLst/>
              <a:ahLst/>
              <a:cxnLst/>
              <a:rect l="l" t="t" r="r" b="b"/>
              <a:pathLst>
                <a:path w="3653" h="1542" extrusionOk="0">
                  <a:moveTo>
                    <a:pt x="0" y="422"/>
                  </a:moveTo>
                  <a:cubicBezTo>
                    <a:pt x="0" y="422"/>
                    <a:pt x="461" y="362"/>
                    <a:pt x="756" y="660"/>
                  </a:cubicBezTo>
                  <a:cubicBezTo>
                    <a:pt x="1050" y="956"/>
                    <a:pt x="1277" y="960"/>
                    <a:pt x="1720" y="606"/>
                  </a:cubicBezTo>
                  <a:cubicBezTo>
                    <a:pt x="2074" y="323"/>
                    <a:pt x="2414" y="0"/>
                    <a:pt x="3085" y="145"/>
                  </a:cubicBezTo>
                  <a:cubicBezTo>
                    <a:pt x="3620" y="261"/>
                    <a:pt x="3653" y="948"/>
                    <a:pt x="2887" y="1301"/>
                  </a:cubicBezTo>
                  <a:cubicBezTo>
                    <a:pt x="2442" y="1506"/>
                    <a:pt x="2330" y="1542"/>
                    <a:pt x="2330" y="1542"/>
                  </a:cubicBezTo>
                  <a:cubicBezTo>
                    <a:pt x="2330" y="1542"/>
                    <a:pt x="2693" y="1344"/>
                    <a:pt x="2965" y="1064"/>
                  </a:cubicBezTo>
                  <a:cubicBezTo>
                    <a:pt x="3436" y="577"/>
                    <a:pt x="2941" y="3"/>
                    <a:pt x="2354" y="455"/>
                  </a:cubicBezTo>
                  <a:cubicBezTo>
                    <a:pt x="1957" y="761"/>
                    <a:pt x="1206" y="1307"/>
                    <a:pt x="818" y="988"/>
                  </a:cubicBezTo>
                  <a:cubicBezTo>
                    <a:pt x="412" y="654"/>
                    <a:pt x="419" y="422"/>
                    <a:pt x="0" y="422"/>
                  </a:cubicBezTo>
                  <a:lnTo>
                    <a:pt x="0" y="4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33" name="Google Shape;2333;p45"/>
            <p:cNvSpPr/>
            <p:nvPr/>
          </p:nvSpPr>
          <p:spPr>
            <a:xfrm>
              <a:off x="5470" y="899"/>
              <a:ext cx="366" cy="482"/>
            </a:xfrm>
            <a:custGeom>
              <a:avLst/>
              <a:gdLst/>
              <a:ahLst/>
              <a:cxnLst/>
              <a:rect l="l" t="t" r="r" b="b"/>
              <a:pathLst>
                <a:path w="790" h="1041" extrusionOk="0">
                  <a:moveTo>
                    <a:pt x="49" y="584"/>
                  </a:moveTo>
                  <a:cubicBezTo>
                    <a:pt x="0" y="315"/>
                    <a:pt x="115" y="70"/>
                    <a:pt x="306" y="35"/>
                  </a:cubicBezTo>
                  <a:cubicBezTo>
                    <a:pt x="497" y="0"/>
                    <a:pt x="692" y="190"/>
                    <a:pt x="741" y="458"/>
                  </a:cubicBezTo>
                  <a:cubicBezTo>
                    <a:pt x="790" y="726"/>
                    <a:pt x="675" y="972"/>
                    <a:pt x="484" y="1006"/>
                  </a:cubicBezTo>
                  <a:cubicBezTo>
                    <a:pt x="293" y="1041"/>
                    <a:pt x="99" y="852"/>
                    <a:pt x="49" y="584"/>
                  </a:cubicBezTo>
                  <a:close/>
                  <a:moveTo>
                    <a:pt x="477" y="972"/>
                  </a:moveTo>
                  <a:cubicBezTo>
                    <a:pt x="628" y="944"/>
                    <a:pt x="718" y="751"/>
                    <a:pt x="680" y="540"/>
                  </a:cubicBezTo>
                  <a:cubicBezTo>
                    <a:pt x="641" y="329"/>
                    <a:pt x="487" y="180"/>
                    <a:pt x="337" y="207"/>
                  </a:cubicBezTo>
                  <a:cubicBezTo>
                    <a:pt x="187" y="234"/>
                    <a:pt x="96" y="428"/>
                    <a:pt x="135" y="639"/>
                  </a:cubicBezTo>
                  <a:cubicBezTo>
                    <a:pt x="173" y="850"/>
                    <a:pt x="327" y="999"/>
                    <a:pt x="477" y="972"/>
                  </a:cubicBezTo>
                  <a:lnTo>
                    <a:pt x="477" y="97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34" name="Google Shape;2334;p45"/>
            <p:cNvSpPr/>
            <p:nvPr/>
          </p:nvSpPr>
          <p:spPr>
            <a:xfrm>
              <a:off x="4862" y="1770"/>
              <a:ext cx="1155" cy="314"/>
            </a:xfrm>
            <a:custGeom>
              <a:avLst/>
              <a:gdLst/>
              <a:ahLst/>
              <a:cxnLst/>
              <a:rect l="l" t="t" r="r" b="b"/>
              <a:pathLst>
                <a:path w="2494" h="678" extrusionOk="0">
                  <a:moveTo>
                    <a:pt x="1252" y="572"/>
                  </a:moveTo>
                  <a:cubicBezTo>
                    <a:pt x="1251" y="572"/>
                    <a:pt x="1250" y="573"/>
                    <a:pt x="1249" y="573"/>
                  </a:cubicBezTo>
                  <a:cubicBezTo>
                    <a:pt x="1245" y="571"/>
                    <a:pt x="1242" y="570"/>
                    <a:pt x="1239" y="569"/>
                  </a:cubicBezTo>
                  <a:cubicBezTo>
                    <a:pt x="655" y="0"/>
                    <a:pt x="72" y="343"/>
                    <a:pt x="72" y="343"/>
                  </a:cubicBezTo>
                  <a:cubicBezTo>
                    <a:pt x="697" y="217"/>
                    <a:pt x="1144" y="504"/>
                    <a:pt x="1232" y="567"/>
                  </a:cubicBezTo>
                  <a:cubicBezTo>
                    <a:pt x="629" y="342"/>
                    <a:pt x="15" y="557"/>
                    <a:pt x="0" y="556"/>
                  </a:cubicBezTo>
                  <a:cubicBezTo>
                    <a:pt x="785" y="457"/>
                    <a:pt x="1238" y="676"/>
                    <a:pt x="1244" y="678"/>
                  </a:cubicBezTo>
                  <a:lnTo>
                    <a:pt x="1244" y="678"/>
                  </a:lnTo>
                  <a:lnTo>
                    <a:pt x="1244" y="678"/>
                  </a:lnTo>
                  <a:cubicBezTo>
                    <a:pt x="1244" y="678"/>
                    <a:pt x="1244" y="678"/>
                    <a:pt x="1244" y="678"/>
                  </a:cubicBezTo>
                  <a:lnTo>
                    <a:pt x="1244" y="678"/>
                  </a:lnTo>
                  <a:cubicBezTo>
                    <a:pt x="1249" y="676"/>
                    <a:pt x="1721" y="501"/>
                    <a:pt x="2494" y="674"/>
                  </a:cubicBezTo>
                  <a:cubicBezTo>
                    <a:pt x="2478" y="673"/>
                    <a:pt x="1888" y="402"/>
                    <a:pt x="1266" y="568"/>
                  </a:cubicBezTo>
                  <a:cubicBezTo>
                    <a:pt x="1360" y="514"/>
                    <a:pt x="1833" y="271"/>
                    <a:pt x="2442" y="455"/>
                  </a:cubicBezTo>
                  <a:cubicBezTo>
                    <a:pt x="2442" y="455"/>
                    <a:pt x="1921" y="95"/>
                    <a:pt x="1315" y="526"/>
                  </a:cubicBezTo>
                  <a:lnTo>
                    <a:pt x="1252" y="572"/>
                  </a:lnTo>
                  <a:lnTo>
                    <a:pt x="1252" y="572"/>
                  </a:lnTo>
                </a:path>
              </a:pathLst>
            </a:custGeom>
            <a:solidFill>
              <a:srgbClr val="20406F"/>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35" name="Google Shape;2335;p45"/>
            <p:cNvSpPr/>
            <p:nvPr/>
          </p:nvSpPr>
          <p:spPr>
            <a:xfrm>
              <a:off x="4113" y="2201"/>
              <a:ext cx="90" cy="140"/>
            </a:xfrm>
            <a:custGeom>
              <a:avLst/>
              <a:gdLst/>
              <a:ahLst/>
              <a:cxnLst/>
              <a:rect l="l" t="t" r="r" b="b"/>
              <a:pathLst>
                <a:path w="195" h="302" extrusionOk="0">
                  <a:moveTo>
                    <a:pt x="120" y="187"/>
                  </a:moveTo>
                  <a:lnTo>
                    <a:pt x="110" y="124"/>
                  </a:lnTo>
                  <a:cubicBezTo>
                    <a:pt x="107" y="106"/>
                    <a:pt x="103" y="76"/>
                    <a:pt x="100" y="56"/>
                  </a:cubicBezTo>
                  <a:lnTo>
                    <a:pt x="99" y="56"/>
                  </a:lnTo>
                  <a:cubicBezTo>
                    <a:pt x="95" y="76"/>
                    <a:pt x="91" y="107"/>
                    <a:pt x="88" y="125"/>
                  </a:cubicBezTo>
                  <a:lnTo>
                    <a:pt x="77" y="187"/>
                  </a:lnTo>
                  <a:lnTo>
                    <a:pt x="120" y="187"/>
                  </a:lnTo>
                  <a:close/>
                  <a:moveTo>
                    <a:pt x="71" y="233"/>
                  </a:moveTo>
                  <a:lnTo>
                    <a:pt x="57" y="302"/>
                  </a:lnTo>
                  <a:lnTo>
                    <a:pt x="0" y="302"/>
                  </a:lnTo>
                  <a:lnTo>
                    <a:pt x="66" y="0"/>
                  </a:lnTo>
                  <a:lnTo>
                    <a:pt x="136" y="0"/>
                  </a:lnTo>
                  <a:lnTo>
                    <a:pt x="195" y="302"/>
                  </a:lnTo>
                  <a:lnTo>
                    <a:pt x="138" y="302"/>
                  </a:lnTo>
                  <a:lnTo>
                    <a:pt x="125" y="233"/>
                  </a:lnTo>
                  <a:lnTo>
                    <a:pt x="71" y="233"/>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36" name="Google Shape;2336;p45"/>
            <p:cNvSpPr/>
            <p:nvPr/>
          </p:nvSpPr>
          <p:spPr>
            <a:xfrm>
              <a:off x="4219" y="2238"/>
              <a:ext cx="77" cy="103"/>
            </a:xfrm>
            <a:custGeom>
              <a:avLst/>
              <a:gdLst/>
              <a:ahLst/>
              <a:cxnLst/>
              <a:rect l="l" t="t" r="r" b="b"/>
              <a:pathLst>
                <a:path w="166" h="222" extrusionOk="0">
                  <a:moveTo>
                    <a:pt x="2" y="69"/>
                  </a:moveTo>
                  <a:cubicBezTo>
                    <a:pt x="2" y="45"/>
                    <a:pt x="0" y="24"/>
                    <a:pt x="0" y="3"/>
                  </a:cubicBezTo>
                  <a:lnTo>
                    <a:pt x="51" y="3"/>
                  </a:lnTo>
                  <a:lnTo>
                    <a:pt x="53" y="28"/>
                  </a:lnTo>
                  <a:lnTo>
                    <a:pt x="54" y="28"/>
                  </a:lnTo>
                  <a:cubicBezTo>
                    <a:pt x="66" y="11"/>
                    <a:pt x="85" y="0"/>
                    <a:pt x="108" y="0"/>
                  </a:cubicBezTo>
                  <a:cubicBezTo>
                    <a:pt x="150" y="0"/>
                    <a:pt x="166" y="33"/>
                    <a:pt x="166" y="81"/>
                  </a:cubicBezTo>
                  <a:lnTo>
                    <a:pt x="166" y="222"/>
                  </a:lnTo>
                  <a:lnTo>
                    <a:pt x="107" y="222"/>
                  </a:lnTo>
                  <a:lnTo>
                    <a:pt x="107" y="85"/>
                  </a:lnTo>
                  <a:cubicBezTo>
                    <a:pt x="107" y="66"/>
                    <a:pt x="103" y="49"/>
                    <a:pt x="86" y="49"/>
                  </a:cubicBezTo>
                  <a:cubicBezTo>
                    <a:pt x="76" y="49"/>
                    <a:pt x="68" y="56"/>
                    <a:pt x="64" y="68"/>
                  </a:cubicBezTo>
                  <a:cubicBezTo>
                    <a:pt x="62" y="73"/>
                    <a:pt x="61" y="80"/>
                    <a:pt x="61" y="89"/>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37" name="Google Shape;2337;p45"/>
            <p:cNvSpPr/>
            <p:nvPr/>
          </p:nvSpPr>
          <p:spPr>
            <a:xfrm>
              <a:off x="4347"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5" y="232"/>
                    <a:pt x="107" y="232"/>
                  </a:cubicBezTo>
                  <a:cubicBezTo>
                    <a:pt x="113" y="232"/>
                    <a:pt x="117" y="232"/>
                    <a:pt x="122" y="231"/>
                  </a:cubicBezTo>
                  <a:lnTo>
                    <a:pt x="123" y="277"/>
                  </a:lnTo>
                  <a:cubicBezTo>
                    <a:pt x="115" y="279"/>
                    <a:pt x="103" y="281"/>
                    <a:pt x="87" y="281"/>
                  </a:cubicBezTo>
                  <a:cubicBezTo>
                    <a:pt x="70" y="281"/>
                    <a:pt x="55"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38" name="Google Shape;2338;p45"/>
            <p:cNvSpPr/>
            <p:nvPr/>
          </p:nvSpPr>
          <p:spPr>
            <a:xfrm>
              <a:off x="4418" y="2200"/>
              <a:ext cx="73" cy="142"/>
            </a:xfrm>
            <a:custGeom>
              <a:avLst/>
              <a:gdLst/>
              <a:ahLst/>
              <a:cxnLst/>
              <a:rect l="l" t="t" r="r" b="b"/>
              <a:pathLst>
                <a:path w="158" h="307" extrusionOk="0">
                  <a:moveTo>
                    <a:pt x="9" y="244"/>
                  </a:moveTo>
                  <a:cubicBezTo>
                    <a:pt x="21" y="251"/>
                    <a:pt x="41" y="256"/>
                    <a:pt x="58" y="256"/>
                  </a:cubicBezTo>
                  <a:cubicBezTo>
                    <a:pt x="86" y="256"/>
                    <a:pt x="100" y="241"/>
                    <a:pt x="100" y="222"/>
                  </a:cubicBezTo>
                  <a:cubicBezTo>
                    <a:pt x="100" y="200"/>
                    <a:pt x="86" y="189"/>
                    <a:pt x="61" y="172"/>
                  </a:cubicBezTo>
                  <a:cubicBezTo>
                    <a:pt x="19" y="147"/>
                    <a:pt x="4" y="116"/>
                    <a:pt x="4" y="88"/>
                  </a:cubicBezTo>
                  <a:cubicBezTo>
                    <a:pt x="4" y="40"/>
                    <a:pt x="36" y="0"/>
                    <a:pt x="99" y="0"/>
                  </a:cubicBezTo>
                  <a:cubicBezTo>
                    <a:pt x="119" y="0"/>
                    <a:pt x="138" y="5"/>
                    <a:pt x="147" y="10"/>
                  </a:cubicBezTo>
                  <a:lnTo>
                    <a:pt x="138" y="61"/>
                  </a:lnTo>
                  <a:cubicBezTo>
                    <a:pt x="129" y="56"/>
                    <a:pt x="116" y="51"/>
                    <a:pt x="99" y="51"/>
                  </a:cubicBezTo>
                  <a:cubicBezTo>
                    <a:pt x="74" y="51"/>
                    <a:pt x="62" y="66"/>
                    <a:pt x="62" y="82"/>
                  </a:cubicBezTo>
                  <a:cubicBezTo>
                    <a:pt x="62" y="100"/>
                    <a:pt x="71" y="109"/>
                    <a:pt x="103" y="129"/>
                  </a:cubicBezTo>
                  <a:cubicBezTo>
                    <a:pt x="143" y="153"/>
                    <a:pt x="158" y="184"/>
                    <a:pt x="158" y="215"/>
                  </a:cubicBezTo>
                  <a:cubicBezTo>
                    <a:pt x="158" y="270"/>
                    <a:pt x="117" y="307"/>
                    <a:pt x="58" y="307"/>
                  </a:cubicBezTo>
                  <a:cubicBezTo>
                    <a:pt x="34" y="307"/>
                    <a:pt x="10" y="300"/>
                    <a:pt x="0" y="295"/>
                  </a:cubicBezTo>
                  <a:lnTo>
                    <a:pt x="9" y="244"/>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39" name="Google Shape;2339;p45"/>
            <p:cNvSpPr/>
            <p:nvPr/>
          </p:nvSpPr>
          <p:spPr>
            <a:xfrm>
              <a:off x="4504" y="2238"/>
              <a:ext cx="75" cy="104"/>
            </a:xfrm>
            <a:custGeom>
              <a:avLst/>
              <a:gdLst/>
              <a:ahLst/>
              <a:cxnLst/>
              <a:rect l="l" t="t" r="r" b="b"/>
              <a:pathLst>
                <a:path w="163" h="225" extrusionOk="0">
                  <a:moveTo>
                    <a:pt x="109" y="92"/>
                  </a:moveTo>
                  <a:cubicBezTo>
                    <a:pt x="109" y="64"/>
                    <a:pt x="102" y="42"/>
                    <a:pt x="84" y="42"/>
                  </a:cubicBezTo>
                  <a:cubicBezTo>
                    <a:pt x="65" y="42"/>
                    <a:pt x="58" y="70"/>
                    <a:pt x="57" y="92"/>
                  </a:cubicBezTo>
                  <a:lnTo>
                    <a:pt x="109" y="92"/>
                  </a:lnTo>
                  <a:close/>
                  <a:moveTo>
                    <a:pt x="57" y="133"/>
                  </a:moveTo>
                  <a:cubicBezTo>
                    <a:pt x="58" y="167"/>
                    <a:pt x="77" y="180"/>
                    <a:pt x="103" y="180"/>
                  </a:cubicBezTo>
                  <a:cubicBezTo>
                    <a:pt x="120" y="180"/>
                    <a:pt x="135" y="176"/>
                    <a:pt x="145" y="173"/>
                  </a:cubicBezTo>
                  <a:lnTo>
                    <a:pt x="153" y="215"/>
                  </a:lnTo>
                  <a:cubicBezTo>
                    <a:pt x="138" y="221"/>
                    <a:pt x="115" y="225"/>
                    <a:pt x="93" y="225"/>
                  </a:cubicBezTo>
                  <a:cubicBezTo>
                    <a:pt x="33" y="225"/>
                    <a:pt x="0" y="185"/>
                    <a:pt x="0" y="117"/>
                  </a:cubicBezTo>
                  <a:cubicBezTo>
                    <a:pt x="0" y="43"/>
                    <a:pt x="38" y="0"/>
                    <a:pt x="88" y="0"/>
                  </a:cubicBezTo>
                  <a:cubicBezTo>
                    <a:pt x="135" y="0"/>
                    <a:pt x="163" y="37"/>
                    <a:pt x="163" y="103"/>
                  </a:cubicBezTo>
                  <a:cubicBezTo>
                    <a:pt x="163" y="119"/>
                    <a:pt x="162" y="127"/>
                    <a:pt x="161" y="133"/>
                  </a:cubicBezTo>
                  <a:lnTo>
                    <a:pt x="57" y="13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40" name="Google Shape;2340;p45"/>
            <p:cNvSpPr/>
            <p:nvPr/>
          </p:nvSpPr>
          <p:spPr>
            <a:xfrm>
              <a:off x="4597" y="2198"/>
              <a:ext cx="28" cy="143"/>
            </a:xfrm>
            <a:custGeom>
              <a:avLst/>
              <a:gdLst/>
              <a:ahLst/>
              <a:cxnLst/>
              <a:rect l="l" t="t" r="r" b="b"/>
              <a:pathLst>
                <a:path w="61" h="309" extrusionOk="0">
                  <a:moveTo>
                    <a:pt x="2" y="309"/>
                  </a:moveTo>
                  <a:lnTo>
                    <a:pt x="2" y="90"/>
                  </a:lnTo>
                  <a:lnTo>
                    <a:pt x="60" y="90"/>
                  </a:lnTo>
                  <a:lnTo>
                    <a:pt x="60" y="309"/>
                  </a:lnTo>
                  <a:lnTo>
                    <a:pt x="2" y="309"/>
                  </a:lnTo>
                  <a:close/>
                  <a:moveTo>
                    <a:pt x="60" y="32"/>
                  </a:moveTo>
                  <a:cubicBezTo>
                    <a:pt x="61" y="51"/>
                    <a:pt x="47" y="64"/>
                    <a:pt x="30" y="64"/>
                  </a:cubicBezTo>
                  <a:cubicBezTo>
                    <a:pt x="13" y="64"/>
                    <a:pt x="0" y="51"/>
                    <a:pt x="0" y="32"/>
                  </a:cubicBezTo>
                  <a:cubicBezTo>
                    <a:pt x="0" y="12"/>
                    <a:pt x="14" y="0"/>
                    <a:pt x="30" y="0"/>
                  </a:cubicBezTo>
                  <a:cubicBezTo>
                    <a:pt x="47" y="0"/>
                    <a:pt x="60" y="12"/>
                    <a:pt x="60"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41" name="Google Shape;2341;p45"/>
            <p:cNvSpPr/>
            <p:nvPr/>
          </p:nvSpPr>
          <p:spPr>
            <a:xfrm>
              <a:off x="4646" y="2238"/>
              <a:ext cx="52" cy="103"/>
            </a:xfrm>
            <a:custGeom>
              <a:avLst/>
              <a:gdLst/>
              <a:ahLst/>
              <a:cxnLst/>
              <a:rect l="l" t="t" r="r" b="b"/>
              <a:pathLst>
                <a:path w="112" h="222" extrusionOk="0">
                  <a:moveTo>
                    <a:pt x="2" y="69"/>
                  </a:moveTo>
                  <a:cubicBezTo>
                    <a:pt x="2" y="47"/>
                    <a:pt x="1" y="23"/>
                    <a:pt x="0" y="3"/>
                  </a:cubicBezTo>
                  <a:lnTo>
                    <a:pt x="52" y="3"/>
                  </a:lnTo>
                  <a:lnTo>
                    <a:pt x="55" y="35"/>
                  </a:lnTo>
                  <a:lnTo>
                    <a:pt x="56" y="35"/>
                  </a:lnTo>
                  <a:cubicBezTo>
                    <a:pt x="66" y="12"/>
                    <a:pt x="83" y="0"/>
                    <a:pt x="100" y="0"/>
                  </a:cubicBezTo>
                  <a:cubicBezTo>
                    <a:pt x="105" y="0"/>
                    <a:pt x="109" y="0"/>
                    <a:pt x="112" y="0"/>
                  </a:cubicBezTo>
                  <a:lnTo>
                    <a:pt x="112" y="59"/>
                  </a:lnTo>
                  <a:cubicBezTo>
                    <a:pt x="109" y="58"/>
                    <a:pt x="105" y="58"/>
                    <a:pt x="100" y="58"/>
                  </a:cubicBezTo>
                  <a:cubicBezTo>
                    <a:pt x="87" y="58"/>
                    <a:pt x="70" y="66"/>
                    <a:pt x="64" y="89"/>
                  </a:cubicBezTo>
                  <a:cubicBezTo>
                    <a:pt x="62" y="94"/>
                    <a:pt x="61" y="102"/>
                    <a:pt x="61" y="111"/>
                  </a:cubicBezTo>
                  <a:lnTo>
                    <a:pt x="61"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42" name="Google Shape;2342;p45"/>
            <p:cNvSpPr/>
            <p:nvPr/>
          </p:nvSpPr>
          <p:spPr>
            <a:xfrm>
              <a:off x="4710" y="2197"/>
              <a:ext cx="79" cy="145"/>
            </a:xfrm>
            <a:custGeom>
              <a:avLst/>
              <a:gdLst/>
              <a:ahLst/>
              <a:cxnLst/>
              <a:rect l="l" t="t" r="r" b="b"/>
              <a:pathLst>
                <a:path w="170" h="313" extrusionOk="0">
                  <a:moveTo>
                    <a:pt x="61" y="232"/>
                  </a:moveTo>
                  <a:cubicBezTo>
                    <a:pt x="61" y="237"/>
                    <a:pt x="62" y="242"/>
                    <a:pt x="63" y="245"/>
                  </a:cubicBezTo>
                  <a:cubicBezTo>
                    <a:pt x="68" y="261"/>
                    <a:pt x="76" y="266"/>
                    <a:pt x="83"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2" y="97"/>
                    <a:pt x="86" y="88"/>
                    <a:pt x="108" y="88"/>
                  </a:cubicBezTo>
                  <a:cubicBezTo>
                    <a:pt x="150" y="88"/>
                    <a:pt x="170" y="135"/>
                    <a:pt x="170" y="194"/>
                  </a:cubicBezTo>
                  <a:cubicBezTo>
                    <a:pt x="170" y="271"/>
                    <a:pt x="139" y="313"/>
                    <a:pt x="98" y="313"/>
                  </a:cubicBezTo>
                  <a:cubicBezTo>
                    <a:pt x="80" y="313"/>
                    <a:pt x="67" y="306"/>
                    <a:pt x="55" y="284"/>
                  </a:cubicBezTo>
                  <a:lnTo>
                    <a:pt x="54" y="284"/>
                  </a:lnTo>
                  <a:lnTo>
                    <a:pt x="50" y="310"/>
                  </a:lnTo>
                  <a:lnTo>
                    <a:pt x="0" y="31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43" name="Google Shape;2343;p45"/>
            <p:cNvSpPr/>
            <p:nvPr/>
          </p:nvSpPr>
          <p:spPr>
            <a:xfrm>
              <a:off x="4808"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6" y="310"/>
                  </a:lnTo>
                  <a:lnTo>
                    <a:pt x="106" y="177"/>
                  </a:lnTo>
                  <a:cubicBezTo>
                    <a:pt x="106" y="156"/>
                    <a:pt x="101" y="137"/>
                    <a:pt x="84" y="137"/>
                  </a:cubicBezTo>
                  <a:cubicBezTo>
                    <a:pt x="74" y="137"/>
                    <a:pt x="66" y="143"/>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44" name="Google Shape;2344;p45"/>
            <p:cNvSpPr/>
            <p:nvPr/>
          </p:nvSpPr>
          <p:spPr>
            <a:xfrm>
              <a:off x="4906" y="2198"/>
              <a:ext cx="42" cy="143"/>
            </a:xfrm>
            <a:custGeom>
              <a:avLst/>
              <a:gdLst/>
              <a:ahLst/>
              <a:cxnLst/>
              <a:rect l="l" t="t" r="r" b="b"/>
              <a:pathLst>
                <a:path w="92" h="308" extrusionOk="0">
                  <a:moveTo>
                    <a:pt x="92" y="0"/>
                  </a:moveTo>
                  <a:lnTo>
                    <a:pt x="46" y="62"/>
                  </a:lnTo>
                  <a:lnTo>
                    <a:pt x="9" y="62"/>
                  </a:lnTo>
                  <a:lnTo>
                    <a:pt x="40" y="0"/>
                  </a:lnTo>
                  <a:lnTo>
                    <a:pt x="92" y="0"/>
                  </a:lnTo>
                  <a:close/>
                  <a:moveTo>
                    <a:pt x="0" y="308"/>
                  </a:moveTo>
                  <a:lnTo>
                    <a:pt x="0" y="89"/>
                  </a:lnTo>
                  <a:lnTo>
                    <a:pt x="59" y="89"/>
                  </a:lnTo>
                  <a:lnTo>
                    <a:pt x="59" y="308"/>
                  </a:lnTo>
                  <a:lnTo>
                    <a:pt x="0" y="308"/>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45" name="Google Shape;2345;p45"/>
            <p:cNvSpPr/>
            <p:nvPr/>
          </p:nvSpPr>
          <p:spPr>
            <a:xfrm>
              <a:off x="4950" y="2238"/>
              <a:ext cx="59" cy="104"/>
            </a:xfrm>
            <a:custGeom>
              <a:avLst/>
              <a:gdLst/>
              <a:ahLst/>
              <a:cxnLst/>
              <a:rect l="l" t="t" r="r" b="b"/>
              <a:pathLst>
                <a:path w="128" h="225" extrusionOk="0">
                  <a:moveTo>
                    <a:pt x="11" y="169"/>
                  </a:moveTo>
                  <a:cubicBezTo>
                    <a:pt x="19" y="174"/>
                    <a:pt x="35" y="181"/>
                    <a:pt x="50" y="181"/>
                  </a:cubicBezTo>
                  <a:cubicBezTo>
                    <a:pt x="65" y="181"/>
                    <a:pt x="74" y="174"/>
                    <a:pt x="74" y="161"/>
                  </a:cubicBezTo>
                  <a:cubicBezTo>
                    <a:pt x="74" y="150"/>
                    <a:pt x="68" y="143"/>
                    <a:pt x="48" y="132"/>
                  </a:cubicBezTo>
                  <a:cubicBezTo>
                    <a:pt x="12" y="111"/>
                    <a:pt x="4" y="89"/>
                    <a:pt x="4" y="68"/>
                  </a:cubicBezTo>
                  <a:cubicBezTo>
                    <a:pt x="4" y="29"/>
                    <a:pt x="32" y="0"/>
                    <a:pt x="76" y="0"/>
                  </a:cubicBezTo>
                  <a:cubicBezTo>
                    <a:pt x="95" y="0"/>
                    <a:pt x="109" y="4"/>
                    <a:pt x="121" y="9"/>
                  </a:cubicBezTo>
                  <a:lnTo>
                    <a:pt x="110" y="52"/>
                  </a:lnTo>
                  <a:cubicBezTo>
                    <a:pt x="102" y="47"/>
                    <a:pt x="91" y="43"/>
                    <a:pt x="80" y="43"/>
                  </a:cubicBezTo>
                  <a:cubicBezTo>
                    <a:pt x="65" y="43"/>
                    <a:pt x="58" y="52"/>
                    <a:pt x="58" y="62"/>
                  </a:cubicBezTo>
                  <a:cubicBezTo>
                    <a:pt x="58" y="72"/>
                    <a:pt x="63" y="77"/>
                    <a:pt x="83" y="90"/>
                  </a:cubicBezTo>
                  <a:cubicBezTo>
                    <a:pt x="116" y="108"/>
                    <a:pt x="128" y="131"/>
                    <a:pt x="128" y="156"/>
                  </a:cubicBezTo>
                  <a:cubicBezTo>
                    <a:pt x="128" y="200"/>
                    <a:pt x="95" y="225"/>
                    <a:pt x="50" y="225"/>
                  </a:cubicBezTo>
                  <a:cubicBezTo>
                    <a:pt x="32" y="225"/>
                    <a:pt x="10" y="220"/>
                    <a:pt x="0" y="212"/>
                  </a:cubicBezTo>
                  <a:lnTo>
                    <a:pt x="11" y="1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46" name="Google Shape;2346;p45"/>
            <p:cNvSpPr/>
            <p:nvPr/>
          </p:nvSpPr>
          <p:spPr>
            <a:xfrm>
              <a:off x="5061" y="2239"/>
              <a:ext cx="77" cy="103"/>
            </a:xfrm>
            <a:custGeom>
              <a:avLst/>
              <a:gdLst/>
              <a:ahLst/>
              <a:cxnLst/>
              <a:rect l="l" t="t" r="r" b="b"/>
              <a:pathLst>
                <a:path w="165" h="222" extrusionOk="0">
                  <a:moveTo>
                    <a:pt x="163" y="152"/>
                  </a:moveTo>
                  <a:cubicBezTo>
                    <a:pt x="163" y="176"/>
                    <a:pt x="164" y="198"/>
                    <a:pt x="165" y="219"/>
                  </a:cubicBezTo>
                  <a:lnTo>
                    <a:pt x="114" y="219"/>
                  </a:lnTo>
                  <a:lnTo>
                    <a:pt x="111" y="196"/>
                  </a:lnTo>
                  <a:lnTo>
                    <a:pt x="110" y="196"/>
                  </a:lnTo>
                  <a:cubicBezTo>
                    <a:pt x="99" y="210"/>
                    <a:pt x="81" y="222"/>
                    <a:pt x="59" y="222"/>
                  </a:cubicBezTo>
                  <a:cubicBezTo>
                    <a:pt x="17" y="222"/>
                    <a:pt x="0" y="192"/>
                    <a:pt x="0" y="133"/>
                  </a:cubicBezTo>
                  <a:lnTo>
                    <a:pt x="0" y="0"/>
                  </a:lnTo>
                  <a:lnTo>
                    <a:pt x="59" y="0"/>
                  </a:lnTo>
                  <a:lnTo>
                    <a:pt x="59" y="126"/>
                  </a:lnTo>
                  <a:cubicBezTo>
                    <a:pt x="59" y="155"/>
                    <a:pt x="65" y="173"/>
                    <a:pt x="81" y="173"/>
                  </a:cubicBezTo>
                  <a:cubicBezTo>
                    <a:pt x="91" y="173"/>
                    <a:pt x="98" y="166"/>
                    <a:pt x="100" y="159"/>
                  </a:cubicBezTo>
                  <a:cubicBezTo>
                    <a:pt x="103" y="154"/>
                    <a:pt x="104" y="147"/>
                    <a:pt x="104" y="140"/>
                  </a:cubicBezTo>
                  <a:lnTo>
                    <a:pt x="104" y="0"/>
                  </a:lnTo>
                  <a:lnTo>
                    <a:pt x="163" y="0"/>
                  </a:lnTo>
                  <a:lnTo>
                    <a:pt x="163" y="15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47" name="Google Shape;2347;p45"/>
            <p:cNvSpPr/>
            <p:nvPr/>
          </p:nvSpPr>
          <p:spPr>
            <a:xfrm>
              <a:off x="5159" y="2238"/>
              <a:ext cx="123" cy="103"/>
            </a:xfrm>
            <a:custGeom>
              <a:avLst/>
              <a:gdLst/>
              <a:ahLst/>
              <a:cxnLst/>
              <a:rect l="l" t="t" r="r" b="b"/>
              <a:pathLst>
                <a:path w="266" h="222" extrusionOk="0">
                  <a:moveTo>
                    <a:pt x="2" y="69"/>
                  </a:moveTo>
                  <a:cubicBezTo>
                    <a:pt x="2" y="45"/>
                    <a:pt x="0" y="24"/>
                    <a:pt x="0" y="3"/>
                  </a:cubicBezTo>
                  <a:lnTo>
                    <a:pt x="51" y="3"/>
                  </a:lnTo>
                  <a:lnTo>
                    <a:pt x="54" y="29"/>
                  </a:lnTo>
                  <a:lnTo>
                    <a:pt x="55" y="29"/>
                  </a:lnTo>
                  <a:cubicBezTo>
                    <a:pt x="66" y="12"/>
                    <a:pt x="84" y="0"/>
                    <a:pt x="107" y="0"/>
                  </a:cubicBezTo>
                  <a:cubicBezTo>
                    <a:pt x="132" y="0"/>
                    <a:pt x="148" y="11"/>
                    <a:pt x="155" y="29"/>
                  </a:cubicBezTo>
                  <a:lnTo>
                    <a:pt x="156" y="29"/>
                  </a:lnTo>
                  <a:cubicBezTo>
                    <a:pt x="162" y="21"/>
                    <a:pt x="170" y="13"/>
                    <a:pt x="178" y="7"/>
                  </a:cubicBezTo>
                  <a:cubicBezTo>
                    <a:pt x="187" y="2"/>
                    <a:pt x="198" y="0"/>
                    <a:pt x="209" y="0"/>
                  </a:cubicBezTo>
                  <a:cubicBezTo>
                    <a:pt x="248" y="0"/>
                    <a:pt x="266" y="30"/>
                    <a:pt x="266" y="83"/>
                  </a:cubicBezTo>
                  <a:lnTo>
                    <a:pt x="266" y="222"/>
                  </a:lnTo>
                  <a:lnTo>
                    <a:pt x="207" y="222"/>
                  </a:lnTo>
                  <a:lnTo>
                    <a:pt x="207" y="93"/>
                  </a:lnTo>
                  <a:cubicBezTo>
                    <a:pt x="207" y="68"/>
                    <a:pt x="205" y="48"/>
                    <a:pt x="187" y="48"/>
                  </a:cubicBezTo>
                  <a:cubicBezTo>
                    <a:pt x="176" y="48"/>
                    <a:pt x="169" y="55"/>
                    <a:pt x="165" y="68"/>
                  </a:cubicBezTo>
                  <a:cubicBezTo>
                    <a:pt x="164" y="71"/>
                    <a:pt x="163" y="77"/>
                    <a:pt x="163" y="83"/>
                  </a:cubicBezTo>
                  <a:lnTo>
                    <a:pt x="163" y="222"/>
                  </a:lnTo>
                  <a:lnTo>
                    <a:pt x="105" y="222"/>
                  </a:lnTo>
                  <a:lnTo>
                    <a:pt x="105" y="85"/>
                  </a:lnTo>
                  <a:cubicBezTo>
                    <a:pt x="105" y="69"/>
                    <a:pt x="103" y="48"/>
                    <a:pt x="84" y="48"/>
                  </a:cubicBezTo>
                  <a:cubicBezTo>
                    <a:pt x="75" y="48"/>
                    <a:pt x="66" y="55"/>
                    <a:pt x="62" y="68"/>
                  </a:cubicBezTo>
                  <a:cubicBezTo>
                    <a:pt x="61" y="72"/>
                    <a:pt x="60" y="78"/>
                    <a:pt x="60" y="84"/>
                  </a:cubicBezTo>
                  <a:lnTo>
                    <a:pt x="60" y="222"/>
                  </a:lnTo>
                  <a:lnTo>
                    <a:pt x="2" y="222"/>
                  </a:lnTo>
                  <a:lnTo>
                    <a:pt x="2"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48" name="Google Shape;2348;p45"/>
            <p:cNvSpPr/>
            <p:nvPr/>
          </p:nvSpPr>
          <p:spPr>
            <a:xfrm>
              <a:off x="5343" y="2201"/>
              <a:ext cx="61" cy="140"/>
            </a:xfrm>
            <a:custGeom>
              <a:avLst/>
              <a:gdLst/>
              <a:ahLst/>
              <a:cxnLst/>
              <a:rect l="l" t="t" r="r" b="b"/>
              <a:pathLst>
                <a:path w="61" h="140" extrusionOk="0">
                  <a:moveTo>
                    <a:pt x="0" y="0"/>
                  </a:moveTo>
                  <a:lnTo>
                    <a:pt x="61" y="0"/>
                  </a:lnTo>
                  <a:lnTo>
                    <a:pt x="61" y="24"/>
                  </a:lnTo>
                  <a:lnTo>
                    <a:pt x="27" y="24"/>
                  </a:lnTo>
                  <a:lnTo>
                    <a:pt x="27" y="60"/>
                  </a:lnTo>
                  <a:lnTo>
                    <a:pt x="59" y="60"/>
                  </a:lnTo>
                  <a:lnTo>
                    <a:pt x="59" y="82"/>
                  </a:lnTo>
                  <a:lnTo>
                    <a:pt x="27" y="82"/>
                  </a:lnTo>
                  <a:lnTo>
                    <a:pt x="27" y="140"/>
                  </a:lnTo>
                  <a:lnTo>
                    <a:pt x="0" y="14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49" name="Google Shape;2349;p45"/>
            <p:cNvSpPr/>
            <p:nvPr/>
          </p:nvSpPr>
          <p:spPr>
            <a:xfrm>
              <a:off x="5425" y="2197"/>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8"/>
                    <a:pt x="108" y="88"/>
                  </a:cubicBezTo>
                  <a:cubicBezTo>
                    <a:pt x="149" y="88"/>
                    <a:pt x="164" y="122"/>
                    <a:pt x="164" y="177"/>
                  </a:cubicBezTo>
                  <a:lnTo>
                    <a:pt x="164" y="310"/>
                  </a:lnTo>
                  <a:lnTo>
                    <a:pt x="105" y="310"/>
                  </a:lnTo>
                  <a:lnTo>
                    <a:pt x="105" y="177"/>
                  </a:lnTo>
                  <a:cubicBezTo>
                    <a:pt x="105" y="156"/>
                    <a:pt x="101" y="137"/>
                    <a:pt x="84" y="137"/>
                  </a:cubicBezTo>
                  <a:cubicBezTo>
                    <a:pt x="74" y="137"/>
                    <a:pt x="66" y="143"/>
                    <a:pt x="61" y="157"/>
                  </a:cubicBezTo>
                  <a:cubicBezTo>
                    <a:pt x="60" y="161"/>
                    <a:pt x="59" y="169"/>
                    <a:pt x="59" y="174"/>
                  </a:cubicBezTo>
                  <a:lnTo>
                    <a:pt x="59" y="310"/>
                  </a:lnTo>
                  <a:lnTo>
                    <a:pt x="0" y="310"/>
                  </a:lnTo>
                  <a:lnTo>
                    <a:pt x="0"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50" name="Google Shape;2350;p45"/>
            <p:cNvSpPr/>
            <p:nvPr/>
          </p:nvSpPr>
          <p:spPr>
            <a:xfrm>
              <a:off x="5520" y="2238"/>
              <a:ext cx="78" cy="104"/>
            </a:xfrm>
            <a:custGeom>
              <a:avLst/>
              <a:gdLst/>
              <a:ahLst/>
              <a:cxnLst/>
              <a:rect l="l" t="t" r="r" b="b"/>
              <a:pathLst>
                <a:path w="168" h="225" extrusionOk="0">
                  <a:moveTo>
                    <a:pt x="58" y="112"/>
                  </a:moveTo>
                  <a:cubicBezTo>
                    <a:pt x="58" y="149"/>
                    <a:pt x="64" y="181"/>
                    <a:pt x="85" y="181"/>
                  </a:cubicBezTo>
                  <a:cubicBezTo>
                    <a:pt x="104" y="181"/>
                    <a:pt x="109" y="144"/>
                    <a:pt x="109" y="112"/>
                  </a:cubicBezTo>
                  <a:cubicBezTo>
                    <a:pt x="109" y="82"/>
                    <a:pt x="104" y="44"/>
                    <a:pt x="84" y="44"/>
                  </a:cubicBezTo>
                  <a:cubicBezTo>
                    <a:pt x="63" y="44"/>
                    <a:pt x="58" y="82"/>
                    <a:pt x="58" y="112"/>
                  </a:cubicBezTo>
                  <a:close/>
                  <a:moveTo>
                    <a:pt x="168" y="112"/>
                  </a:moveTo>
                  <a:cubicBezTo>
                    <a:pt x="168" y="203"/>
                    <a:pt x="117" y="225"/>
                    <a:pt x="84" y="225"/>
                  </a:cubicBezTo>
                  <a:cubicBezTo>
                    <a:pt x="31" y="225"/>
                    <a:pt x="0" y="184"/>
                    <a:pt x="0" y="113"/>
                  </a:cubicBezTo>
                  <a:cubicBezTo>
                    <a:pt x="0" y="34"/>
                    <a:pt x="41" y="0"/>
                    <a:pt x="85" y="0"/>
                  </a:cubicBezTo>
                  <a:cubicBezTo>
                    <a:pt x="136" y="0"/>
                    <a:pt x="168" y="43"/>
                    <a:pt x="168" y="11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51" name="Google Shape;2351;p45"/>
            <p:cNvSpPr/>
            <p:nvPr/>
          </p:nvSpPr>
          <p:spPr>
            <a:xfrm>
              <a:off x="5615" y="2238"/>
              <a:ext cx="52" cy="103"/>
            </a:xfrm>
            <a:custGeom>
              <a:avLst/>
              <a:gdLst/>
              <a:ahLst/>
              <a:cxnLst/>
              <a:rect l="l" t="t" r="r" b="b"/>
              <a:pathLst>
                <a:path w="111" h="222" extrusionOk="0">
                  <a:moveTo>
                    <a:pt x="1" y="69"/>
                  </a:moveTo>
                  <a:cubicBezTo>
                    <a:pt x="1" y="47"/>
                    <a:pt x="0" y="23"/>
                    <a:pt x="0" y="3"/>
                  </a:cubicBezTo>
                  <a:lnTo>
                    <a:pt x="51" y="3"/>
                  </a:lnTo>
                  <a:lnTo>
                    <a:pt x="54" y="35"/>
                  </a:lnTo>
                  <a:lnTo>
                    <a:pt x="55" y="35"/>
                  </a:lnTo>
                  <a:cubicBezTo>
                    <a:pt x="65" y="12"/>
                    <a:pt x="83" y="0"/>
                    <a:pt x="99" y="0"/>
                  </a:cubicBezTo>
                  <a:cubicBezTo>
                    <a:pt x="105" y="0"/>
                    <a:pt x="108" y="0"/>
                    <a:pt x="111" y="0"/>
                  </a:cubicBezTo>
                  <a:lnTo>
                    <a:pt x="111" y="59"/>
                  </a:lnTo>
                  <a:cubicBezTo>
                    <a:pt x="108" y="58"/>
                    <a:pt x="104" y="58"/>
                    <a:pt x="99" y="58"/>
                  </a:cubicBezTo>
                  <a:cubicBezTo>
                    <a:pt x="86" y="58"/>
                    <a:pt x="70" y="66"/>
                    <a:pt x="63" y="89"/>
                  </a:cubicBezTo>
                  <a:cubicBezTo>
                    <a:pt x="62" y="94"/>
                    <a:pt x="61" y="102"/>
                    <a:pt x="61" y="111"/>
                  </a:cubicBezTo>
                  <a:lnTo>
                    <a:pt x="61" y="222"/>
                  </a:lnTo>
                  <a:lnTo>
                    <a:pt x="1" y="222"/>
                  </a:lnTo>
                  <a:lnTo>
                    <a:pt x="1" y="69"/>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52" name="Google Shape;2352;p45"/>
            <p:cNvSpPr/>
            <p:nvPr/>
          </p:nvSpPr>
          <p:spPr>
            <a:xfrm>
              <a:off x="5679" y="2197"/>
              <a:ext cx="79" cy="145"/>
            </a:xfrm>
            <a:custGeom>
              <a:avLst/>
              <a:gdLst/>
              <a:ahLst/>
              <a:cxnLst/>
              <a:rect l="l" t="t" r="r" b="b"/>
              <a:pathLst>
                <a:path w="170" h="313" extrusionOk="0">
                  <a:moveTo>
                    <a:pt x="61" y="232"/>
                  </a:moveTo>
                  <a:cubicBezTo>
                    <a:pt x="61" y="237"/>
                    <a:pt x="62" y="242"/>
                    <a:pt x="63" y="245"/>
                  </a:cubicBezTo>
                  <a:cubicBezTo>
                    <a:pt x="68" y="261"/>
                    <a:pt x="76" y="266"/>
                    <a:pt x="84" y="266"/>
                  </a:cubicBezTo>
                  <a:cubicBezTo>
                    <a:pt x="103" y="266"/>
                    <a:pt x="111" y="241"/>
                    <a:pt x="111" y="199"/>
                  </a:cubicBezTo>
                  <a:cubicBezTo>
                    <a:pt x="111" y="161"/>
                    <a:pt x="103" y="137"/>
                    <a:pt x="83" y="137"/>
                  </a:cubicBezTo>
                  <a:cubicBezTo>
                    <a:pt x="74" y="137"/>
                    <a:pt x="66" y="146"/>
                    <a:pt x="63" y="157"/>
                  </a:cubicBezTo>
                  <a:cubicBezTo>
                    <a:pt x="62" y="160"/>
                    <a:pt x="61" y="166"/>
                    <a:pt x="61" y="170"/>
                  </a:cubicBezTo>
                  <a:lnTo>
                    <a:pt x="61" y="232"/>
                  </a:lnTo>
                  <a:close/>
                  <a:moveTo>
                    <a:pt x="0" y="310"/>
                  </a:moveTo>
                  <a:cubicBezTo>
                    <a:pt x="1" y="291"/>
                    <a:pt x="2" y="266"/>
                    <a:pt x="2" y="245"/>
                  </a:cubicBezTo>
                  <a:lnTo>
                    <a:pt x="2" y="0"/>
                  </a:lnTo>
                  <a:lnTo>
                    <a:pt x="61" y="0"/>
                  </a:lnTo>
                  <a:lnTo>
                    <a:pt x="61" y="113"/>
                  </a:lnTo>
                  <a:lnTo>
                    <a:pt x="62" y="113"/>
                  </a:lnTo>
                  <a:cubicBezTo>
                    <a:pt x="73" y="97"/>
                    <a:pt x="87" y="88"/>
                    <a:pt x="108" y="88"/>
                  </a:cubicBezTo>
                  <a:cubicBezTo>
                    <a:pt x="150" y="88"/>
                    <a:pt x="170" y="135"/>
                    <a:pt x="170" y="194"/>
                  </a:cubicBezTo>
                  <a:cubicBezTo>
                    <a:pt x="170" y="271"/>
                    <a:pt x="139" y="313"/>
                    <a:pt x="98" y="313"/>
                  </a:cubicBezTo>
                  <a:cubicBezTo>
                    <a:pt x="80" y="313"/>
                    <a:pt x="67" y="306"/>
                    <a:pt x="55" y="284"/>
                  </a:cubicBezTo>
                  <a:lnTo>
                    <a:pt x="54" y="284"/>
                  </a:lnTo>
                  <a:lnTo>
                    <a:pt x="51" y="310"/>
                  </a:lnTo>
                  <a:lnTo>
                    <a:pt x="0" y="31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53" name="Google Shape;2353;p45"/>
            <p:cNvSpPr/>
            <p:nvPr/>
          </p:nvSpPr>
          <p:spPr>
            <a:xfrm>
              <a:off x="5771" y="2238"/>
              <a:ext cx="76" cy="104"/>
            </a:xfrm>
            <a:custGeom>
              <a:avLst/>
              <a:gdLst/>
              <a:ahLst/>
              <a:cxnLst/>
              <a:rect l="l" t="t" r="r" b="b"/>
              <a:pathLst>
                <a:path w="164" h="225" extrusionOk="0">
                  <a:moveTo>
                    <a:pt x="103" y="115"/>
                  </a:moveTo>
                  <a:cubicBezTo>
                    <a:pt x="83" y="116"/>
                    <a:pt x="56" y="122"/>
                    <a:pt x="56" y="153"/>
                  </a:cubicBezTo>
                  <a:cubicBezTo>
                    <a:pt x="56" y="174"/>
                    <a:pt x="68" y="183"/>
                    <a:pt x="77" y="183"/>
                  </a:cubicBezTo>
                  <a:cubicBezTo>
                    <a:pt x="86" y="183"/>
                    <a:pt x="97" y="177"/>
                    <a:pt x="101" y="164"/>
                  </a:cubicBezTo>
                  <a:cubicBezTo>
                    <a:pt x="102" y="161"/>
                    <a:pt x="103" y="157"/>
                    <a:pt x="103" y="153"/>
                  </a:cubicBezTo>
                  <a:lnTo>
                    <a:pt x="103" y="115"/>
                  </a:lnTo>
                  <a:close/>
                  <a:moveTo>
                    <a:pt x="111" y="222"/>
                  </a:moveTo>
                  <a:lnTo>
                    <a:pt x="107" y="200"/>
                  </a:lnTo>
                  <a:lnTo>
                    <a:pt x="107" y="200"/>
                  </a:lnTo>
                  <a:cubicBezTo>
                    <a:pt x="94" y="217"/>
                    <a:pt x="77" y="225"/>
                    <a:pt x="58" y="225"/>
                  </a:cubicBezTo>
                  <a:cubicBezTo>
                    <a:pt x="25" y="225"/>
                    <a:pt x="0" y="198"/>
                    <a:pt x="0" y="159"/>
                  </a:cubicBezTo>
                  <a:cubicBezTo>
                    <a:pt x="0" y="102"/>
                    <a:pt x="51" y="78"/>
                    <a:pt x="101" y="77"/>
                  </a:cubicBezTo>
                  <a:lnTo>
                    <a:pt x="101" y="72"/>
                  </a:lnTo>
                  <a:cubicBezTo>
                    <a:pt x="101" y="56"/>
                    <a:pt x="90" y="43"/>
                    <a:pt x="70" y="43"/>
                  </a:cubicBezTo>
                  <a:cubicBezTo>
                    <a:pt x="52" y="43"/>
                    <a:pt x="38" y="47"/>
                    <a:pt x="25" y="56"/>
                  </a:cubicBezTo>
                  <a:lnTo>
                    <a:pt x="14" y="16"/>
                  </a:lnTo>
                  <a:cubicBezTo>
                    <a:pt x="26" y="9"/>
                    <a:pt x="52" y="0"/>
                    <a:pt x="82" y="0"/>
                  </a:cubicBezTo>
                  <a:cubicBezTo>
                    <a:pt x="149" y="0"/>
                    <a:pt x="160" y="46"/>
                    <a:pt x="160" y="90"/>
                  </a:cubicBezTo>
                  <a:lnTo>
                    <a:pt x="160" y="172"/>
                  </a:lnTo>
                  <a:cubicBezTo>
                    <a:pt x="160" y="189"/>
                    <a:pt x="161" y="207"/>
                    <a:pt x="164" y="222"/>
                  </a:cubicBezTo>
                  <a:lnTo>
                    <a:pt x="111" y="22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54" name="Google Shape;2354;p45"/>
            <p:cNvSpPr/>
            <p:nvPr/>
          </p:nvSpPr>
          <p:spPr>
            <a:xfrm>
              <a:off x="5867" y="2198"/>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1"/>
                    <a:pt x="47" y="64"/>
                    <a:pt x="29" y="64"/>
                  </a:cubicBezTo>
                  <a:cubicBezTo>
                    <a:pt x="13" y="64"/>
                    <a:pt x="0" y="51"/>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55" name="Google Shape;2355;p45"/>
            <p:cNvSpPr/>
            <p:nvPr/>
          </p:nvSpPr>
          <p:spPr>
            <a:xfrm>
              <a:off x="5916" y="2238"/>
              <a:ext cx="52" cy="103"/>
            </a:xfrm>
            <a:custGeom>
              <a:avLst/>
              <a:gdLst/>
              <a:ahLst/>
              <a:cxnLst/>
              <a:rect l="l" t="t" r="r" b="b"/>
              <a:pathLst>
                <a:path w="112" h="222" extrusionOk="0">
                  <a:moveTo>
                    <a:pt x="2" y="69"/>
                  </a:moveTo>
                  <a:cubicBezTo>
                    <a:pt x="2" y="47"/>
                    <a:pt x="1" y="23"/>
                    <a:pt x="0" y="3"/>
                  </a:cubicBezTo>
                  <a:lnTo>
                    <a:pt x="51" y="3"/>
                  </a:lnTo>
                  <a:lnTo>
                    <a:pt x="55" y="35"/>
                  </a:lnTo>
                  <a:lnTo>
                    <a:pt x="56" y="35"/>
                  </a:lnTo>
                  <a:cubicBezTo>
                    <a:pt x="66" y="12"/>
                    <a:pt x="83" y="0"/>
                    <a:pt x="100" y="0"/>
                  </a:cubicBezTo>
                  <a:cubicBezTo>
                    <a:pt x="105" y="0"/>
                    <a:pt x="108" y="0"/>
                    <a:pt x="112" y="0"/>
                  </a:cubicBezTo>
                  <a:lnTo>
                    <a:pt x="112" y="59"/>
                  </a:lnTo>
                  <a:cubicBezTo>
                    <a:pt x="108" y="58"/>
                    <a:pt x="104" y="58"/>
                    <a:pt x="100" y="58"/>
                  </a:cubicBezTo>
                  <a:cubicBezTo>
                    <a:pt x="87" y="58"/>
                    <a:pt x="70" y="66"/>
                    <a:pt x="64" y="89"/>
                  </a:cubicBezTo>
                  <a:cubicBezTo>
                    <a:pt x="62" y="94"/>
                    <a:pt x="61" y="102"/>
                    <a:pt x="61" y="111"/>
                  </a:cubicBezTo>
                  <a:lnTo>
                    <a:pt x="61" y="222"/>
                  </a:lnTo>
                  <a:lnTo>
                    <a:pt x="2" y="222"/>
                  </a:lnTo>
                  <a:lnTo>
                    <a:pt x="2" y="6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56" name="Google Shape;2356;p45"/>
            <p:cNvSpPr/>
            <p:nvPr/>
          </p:nvSpPr>
          <p:spPr>
            <a:xfrm>
              <a:off x="5979" y="2212"/>
              <a:ext cx="59" cy="130"/>
            </a:xfrm>
            <a:custGeom>
              <a:avLst/>
              <a:gdLst/>
              <a:ahLst/>
              <a:cxnLst/>
              <a:rect l="l" t="t" r="r" b="b"/>
              <a:pathLst>
                <a:path w="128" h="281" extrusionOk="0">
                  <a:moveTo>
                    <a:pt x="85" y="0"/>
                  </a:moveTo>
                  <a:lnTo>
                    <a:pt x="85" y="59"/>
                  </a:lnTo>
                  <a:lnTo>
                    <a:pt x="128" y="59"/>
                  </a:lnTo>
                  <a:lnTo>
                    <a:pt x="128" y="101"/>
                  </a:lnTo>
                  <a:lnTo>
                    <a:pt x="85" y="101"/>
                  </a:lnTo>
                  <a:lnTo>
                    <a:pt x="85" y="201"/>
                  </a:lnTo>
                  <a:cubicBezTo>
                    <a:pt x="85" y="226"/>
                    <a:pt x="96" y="232"/>
                    <a:pt x="108" y="232"/>
                  </a:cubicBezTo>
                  <a:cubicBezTo>
                    <a:pt x="114" y="232"/>
                    <a:pt x="118" y="232"/>
                    <a:pt x="123" y="231"/>
                  </a:cubicBezTo>
                  <a:lnTo>
                    <a:pt x="123" y="277"/>
                  </a:lnTo>
                  <a:cubicBezTo>
                    <a:pt x="115" y="279"/>
                    <a:pt x="103" y="281"/>
                    <a:pt x="88" y="281"/>
                  </a:cubicBezTo>
                  <a:cubicBezTo>
                    <a:pt x="70" y="281"/>
                    <a:pt x="56" y="277"/>
                    <a:pt x="45" y="267"/>
                  </a:cubicBezTo>
                  <a:cubicBezTo>
                    <a:pt x="33" y="255"/>
                    <a:pt x="26" y="239"/>
                    <a:pt x="26" y="204"/>
                  </a:cubicBezTo>
                  <a:lnTo>
                    <a:pt x="26" y="101"/>
                  </a:lnTo>
                  <a:lnTo>
                    <a:pt x="0" y="101"/>
                  </a:lnTo>
                  <a:lnTo>
                    <a:pt x="0" y="59"/>
                  </a:lnTo>
                  <a:lnTo>
                    <a:pt x="26" y="59"/>
                  </a:lnTo>
                  <a:lnTo>
                    <a:pt x="26" y="14"/>
                  </a:lnTo>
                  <a:lnTo>
                    <a:pt x="85"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57" name="Google Shape;2357;p45"/>
            <p:cNvSpPr/>
            <p:nvPr/>
          </p:nvSpPr>
          <p:spPr>
            <a:xfrm>
              <a:off x="4080" y="2428"/>
              <a:ext cx="85" cy="142"/>
            </a:xfrm>
            <a:custGeom>
              <a:avLst/>
              <a:gdLst/>
              <a:ahLst/>
              <a:cxnLst/>
              <a:rect l="l" t="t" r="r" b="b"/>
              <a:pathLst>
                <a:path w="184" h="307" extrusionOk="0">
                  <a:moveTo>
                    <a:pt x="184" y="297"/>
                  </a:moveTo>
                  <a:cubicBezTo>
                    <a:pt x="171" y="302"/>
                    <a:pt x="143" y="307"/>
                    <a:pt x="121" y="307"/>
                  </a:cubicBezTo>
                  <a:cubicBezTo>
                    <a:pt x="87" y="307"/>
                    <a:pt x="61" y="297"/>
                    <a:pt x="40" y="277"/>
                  </a:cubicBezTo>
                  <a:cubicBezTo>
                    <a:pt x="14" y="252"/>
                    <a:pt x="0" y="208"/>
                    <a:pt x="1" y="156"/>
                  </a:cubicBezTo>
                  <a:cubicBezTo>
                    <a:pt x="3" y="46"/>
                    <a:pt x="66" y="0"/>
                    <a:pt x="130" y="0"/>
                  </a:cubicBezTo>
                  <a:cubicBezTo>
                    <a:pt x="153" y="0"/>
                    <a:pt x="170" y="5"/>
                    <a:pt x="179" y="9"/>
                  </a:cubicBezTo>
                  <a:lnTo>
                    <a:pt x="169" y="60"/>
                  </a:lnTo>
                  <a:cubicBezTo>
                    <a:pt x="160" y="55"/>
                    <a:pt x="149" y="53"/>
                    <a:pt x="134" y="53"/>
                  </a:cubicBezTo>
                  <a:cubicBezTo>
                    <a:pt x="94" y="53"/>
                    <a:pt x="62" y="80"/>
                    <a:pt x="62" y="159"/>
                  </a:cubicBezTo>
                  <a:cubicBezTo>
                    <a:pt x="62" y="232"/>
                    <a:pt x="91" y="258"/>
                    <a:pt x="118" y="258"/>
                  </a:cubicBezTo>
                  <a:cubicBezTo>
                    <a:pt x="124" y="258"/>
                    <a:pt x="128" y="257"/>
                    <a:pt x="130" y="256"/>
                  </a:cubicBezTo>
                  <a:lnTo>
                    <a:pt x="130" y="183"/>
                  </a:lnTo>
                  <a:lnTo>
                    <a:pt x="103" y="183"/>
                  </a:lnTo>
                  <a:lnTo>
                    <a:pt x="103" y="136"/>
                  </a:lnTo>
                  <a:lnTo>
                    <a:pt x="184" y="136"/>
                  </a:lnTo>
                  <a:lnTo>
                    <a:pt x="184" y="297"/>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58" name="Google Shape;2358;p45"/>
            <p:cNvSpPr/>
            <p:nvPr/>
          </p:nvSpPr>
          <p:spPr>
            <a:xfrm>
              <a:off x="4187" y="2425"/>
              <a:ext cx="76" cy="144"/>
            </a:xfrm>
            <a:custGeom>
              <a:avLst/>
              <a:gdLst/>
              <a:ahLst/>
              <a:cxnLst/>
              <a:rect l="l" t="t" r="r" b="b"/>
              <a:pathLst>
                <a:path w="165" h="310" extrusionOk="0">
                  <a:moveTo>
                    <a:pt x="0" y="0"/>
                  </a:moveTo>
                  <a:lnTo>
                    <a:pt x="59" y="0"/>
                  </a:lnTo>
                  <a:lnTo>
                    <a:pt x="59" y="114"/>
                  </a:lnTo>
                  <a:lnTo>
                    <a:pt x="60" y="114"/>
                  </a:lnTo>
                  <a:cubicBezTo>
                    <a:pt x="65" y="106"/>
                    <a:pt x="72" y="100"/>
                    <a:pt x="79" y="95"/>
                  </a:cubicBezTo>
                  <a:cubicBezTo>
                    <a:pt x="88" y="90"/>
                    <a:pt x="98" y="87"/>
                    <a:pt x="109" y="87"/>
                  </a:cubicBezTo>
                  <a:cubicBezTo>
                    <a:pt x="149" y="87"/>
                    <a:pt x="165" y="121"/>
                    <a:pt x="165" y="177"/>
                  </a:cubicBezTo>
                  <a:lnTo>
                    <a:pt x="165" y="310"/>
                  </a:lnTo>
                  <a:lnTo>
                    <a:pt x="106" y="310"/>
                  </a:lnTo>
                  <a:lnTo>
                    <a:pt x="106" y="177"/>
                  </a:lnTo>
                  <a:cubicBezTo>
                    <a:pt x="106" y="155"/>
                    <a:pt x="102" y="136"/>
                    <a:pt x="84" y="136"/>
                  </a:cubicBezTo>
                  <a:cubicBezTo>
                    <a:pt x="74" y="136"/>
                    <a:pt x="66" y="142"/>
                    <a:pt x="61" y="157"/>
                  </a:cubicBezTo>
                  <a:cubicBezTo>
                    <a:pt x="61"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59" name="Google Shape;2359;p45"/>
            <p:cNvSpPr/>
            <p:nvPr/>
          </p:nvSpPr>
          <p:spPr>
            <a:xfrm>
              <a:off x="4281" y="2466"/>
              <a:ext cx="75" cy="104"/>
            </a:xfrm>
            <a:custGeom>
              <a:avLst/>
              <a:gdLst/>
              <a:ahLst/>
              <a:cxnLst/>
              <a:rect l="l" t="t" r="r" b="b"/>
              <a:pathLst>
                <a:path w="163" h="226" extrusionOk="0">
                  <a:moveTo>
                    <a:pt x="102" y="116"/>
                  </a:moveTo>
                  <a:cubicBezTo>
                    <a:pt x="82" y="117"/>
                    <a:pt x="55" y="123"/>
                    <a:pt x="55" y="153"/>
                  </a:cubicBezTo>
                  <a:cubicBezTo>
                    <a:pt x="55" y="175"/>
                    <a:pt x="67" y="183"/>
                    <a:pt x="76" y="183"/>
                  </a:cubicBezTo>
                  <a:cubicBezTo>
                    <a:pt x="86" y="183"/>
                    <a:pt x="97" y="177"/>
                    <a:pt x="101" y="164"/>
                  </a:cubicBezTo>
                  <a:cubicBezTo>
                    <a:pt x="102" y="161"/>
                    <a:pt x="102" y="158"/>
                    <a:pt x="102" y="154"/>
                  </a:cubicBezTo>
                  <a:lnTo>
                    <a:pt x="102" y="116"/>
                  </a:lnTo>
                  <a:close/>
                  <a:moveTo>
                    <a:pt x="110" y="223"/>
                  </a:moveTo>
                  <a:lnTo>
                    <a:pt x="107" y="201"/>
                  </a:lnTo>
                  <a:lnTo>
                    <a:pt x="106" y="201"/>
                  </a:lnTo>
                  <a:cubicBezTo>
                    <a:pt x="94" y="218"/>
                    <a:pt x="77" y="226"/>
                    <a:pt x="57" y="226"/>
                  </a:cubicBezTo>
                  <a:cubicBezTo>
                    <a:pt x="24" y="226"/>
                    <a:pt x="0" y="198"/>
                    <a:pt x="0" y="160"/>
                  </a:cubicBezTo>
                  <a:cubicBezTo>
                    <a:pt x="0" y="102"/>
                    <a:pt x="50" y="79"/>
                    <a:pt x="100" y="78"/>
                  </a:cubicBezTo>
                  <a:lnTo>
                    <a:pt x="100" y="73"/>
                  </a:lnTo>
                  <a:cubicBezTo>
                    <a:pt x="100" y="56"/>
                    <a:pt x="90" y="44"/>
                    <a:pt x="69" y="44"/>
                  </a:cubicBezTo>
                  <a:cubicBezTo>
                    <a:pt x="52" y="44"/>
                    <a:pt x="37" y="48"/>
                    <a:pt x="24" y="56"/>
                  </a:cubicBezTo>
                  <a:lnTo>
                    <a:pt x="13" y="17"/>
                  </a:lnTo>
                  <a:cubicBezTo>
                    <a:pt x="26" y="10"/>
                    <a:pt x="51" y="0"/>
                    <a:pt x="82" y="0"/>
                  </a:cubicBezTo>
                  <a:cubicBezTo>
                    <a:pt x="149" y="0"/>
                    <a:pt x="159" y="47"/>
                    <a:pt x="159" y="91"/>
                  </a:cubicBezTo>
                  <a:lnTo>
                    <a:pt x="159" y="172"/>
                  </a:lnTo>
                  <a:cubicBezTo>
                    <a:pt x="159" y="190"/>
                    <a:pt x="160" y="208"/>
                    <a:pt x="163" y="223"/>
                  </a:cubicBezTo>
                  <a:lnTo>
                    <a:pt x="110" y="223"/>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60" name="Google Shape;2360;p45"/>
            <p:cNvSpPr/>
            <p:nvPr/>
          </p:nvSpPr>
          <p:spPr>
            <a:xfrm>
              <a:off x="4377"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3" y="63"/>
                    <a:pt x="0" y="50"/>
                    <a:pt x="0" y="32"/>
                  </a:cubicBezTo>
                  <a:cubicBezTo>
                    <a:pt x="0" y="12"/>
                    <a:pt x="14"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61" name="Google Shape;2361;p45"/>
            <p:cNvSpPr/>
            <p:nvPr/>
          </p:nvSpPr>
          <p:spPr>
            <a:xfrm>
              <a:off x="4427" y="2466"/>
              <a:ext cx="52" cy="103"/>
            </a:xfrm>
            <a:custGeom>
              <a:avLst/>
              <a:gdLst/>
              <a:ahLst/>
              <a:cxnLst/>
              <a:rect l="l" t="t" r="r" b="b"/>
              <a:pathLst>
                <a:path w="112" h="223" extrusionOk="0">
                  <a:moveTo>
                    <a:pt x="2" y="70"/>
                  </a:moveTo>
                  <a:cubicBezTo>
                    <a:pt x="2" y="48"/>
                    <a:pt x="1" y="24"/>
                    <a:pt x="0" y="4"/>
                  </a:cubicBezTo>
                  <a:lnTo>
                    <a:pt x="51" y="4"/>
                  </a:lnTo>
                  <a:lnTo>
                    <a:pt x="55" y="36"/>
                  </a:lnTo>
                  <a:lnTo>
                    <a:pt x="56" y="36"/>
                  </a:lnTo>
                  <a:cubicBezTo>
                    <a:pt x="66" y="12"/>
                    <a:pt x="83" y="0"/>
                    <a:pt x="100" y="0"/>
                  </a:cubicBezTo>
                  <a:cubicBezTo>
                    <a:pt x="105" y="0"/>
                    <a:pt x="109" y="0"/>
                    <a:pt x="112" y="1"/>
                  </a:cubicBezTo>
                  <a:lnTo>
                    <a:pt x="112" y="59"/>
                  </a:lnTo>
                  <a:cubicBezTo>
                    <a:pt x="109" y="58"/>
                    <a:pt x="105" y="58"/>
                    <a:pt x="100" y="58"/>
                  </a:cubicBezTo>
                  <a:cubicBezTo>
                    <a:pt x="87" y="58"/>
                    <a:pt x="70" y="67"/>
                    <a:pt x="64" y="90"/>
                  </a:cubicBezTo>
                  <a:cubicBezTo>
                    <a:pt x="62" y="95"/>
                    <a:pt x="61" y="102"/>
                    <a:pt x="61" y="112"/>
                  </a:cubicBezTo>
                  <a:lnTo>
                    <a:pt x="61"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62" name="Google Shape;2362;p45"/>
            <p:cNvSpPr/>
            <p:nvPr/>
          </p:nvSpPr>
          <p:spPr>
            <a:xfrm>
              <a:off x="4493" y="2466"/>
              <a:ext cx="123" cy="103"/>
            </a:xfrm>
            <a:custGeom>
              <a:avLst/>
              <a:gdLst/>
              <a:ahLst/>
              <a:cxnLst/>
              <a:rect l="l" t="t" r="r" b="b"/>
              <a:pathLst>
                <a:path w="266" h="223" extrusionOk="0">
                  <a:moveTo>
                    <a:pt x="2" y="70"/>
                  </a:moveTo>
                  <a:cubicBezTo>
                    <a:pt x="2" y="45"/>
                    <a:pt x="1" y="24"/>
                    <a:pt x="0" y="4"/>
                  </a:cubicBezTo>
                  <a:lnTo>
                    <a:pt x="52" y="4"/>
                  </a:lnTo>
                  <a:lnTo>
                    <a:pt x="54" y="29"/>
                  </a:lnTo>
                  <a:lnTo>
                    <a:pt x="55" y="29"/>
                  </a:lnTo>
                  <a:cubicBezTo>
                    <a:pt x="66" y="13"/>
                    <a:pt x="85" y="0"/>
                    <a:pt x="108" y="0"/>
                  </a:cubicBezTo>
                  <a:cubicBezTo>
                    <a:pt x="132" y="0"/>
                    <a:pt x="148" y="11"/>
                    <a:pt x="156" y="30"/>
                  </a:cubicBezTo>
                  <a:lnTo>
                    <a:pt x="157" y="30"/>
                  </a:lnTo>
                  <a:cubicBezTo>
                    <a:pt x="162" y="21"/>
                    <a:pt x="170" y="13"/>
                    <a:pt x="179" y="8"/>
                  </a:cubicBezTo>
                  <a:cubicBezTo>
                    <a:pt x="188" y="3"/>
                    <a:pt x="198" y="0"/>
                    <a:pt x="210" y="0"/>
                  </a:cubicBezTo>
                  <a:cubicBezTo>
                    <a:pt x="249" y="0"/>
                    <a:pt x="266" y="31"/>
                    <a:pt x="266" y="84"/>
                  </a:cubicBezTo>
                  <a:lnTo>
                    <a:pt x="266" y="223"/>
                  </a:lnTo>
                  <a:lnTo>
                    <a:pt x="208" y="223"/>
                  </a:lnTo>
                  <a:lnTo>
                    <a:pt x="208" y="94"/>
                  </a:lnTo>
                  <a:cubicBezTo>
                    <a:pt x="208" y="69"/>
                    <a:pt x="205" y="49"/>
                    <a:pt x="187" y="49"/>
                  </a:cubicBezTo>
                  <a:cubicBezTo>
                    <a:pt x="177" y="49"/>
                    <a:pt x="169" y="56"/>
                    <a:pt x="165" y="69"/>
                  </a:cubicBezTo>
                  <a:cubicBezTo>
                    <a:pt x="164" y="72"/>
                    <a:pt x="163" y="78"/>
                    <a:pt x="163" y="84"/>
                  </a:cubicBezTo>
                  <a:lnTo>
                    <a:pt x="163" y="223"/>
                  </a:lnTo>
                  <a:lnTo>
                    <a:pt x="105" y="223"/>
                  </a:lnTo>
                  <a:lnTo>
                    <a:pt x="105" y="85"/>
                  </a:lnTo>
                  <a:cubicBezTo>
                    <a:pt x="105" y="70"/>
                    <a:pt x="103" y="49"/>
                    <a:pt x="85" y="49"/>
                  </a:cubicBezTo>
                  <a:cubicBezTo>
                    <a:pt x="76" y="49"/>
                    <a:pt x="67" y="55"/>
                    <a:pt x="63" y="68"/>
                  </a:cubicBezTo>
                  <a:cubicBezTo>
                    <a:pt x="61" y="72"/>
                    <a:pt x="61" y="79"/>
                    <a:pt x="61" y="85"/>
                  </a:cubicBezTo>
                  <a:lnTo>
                    <a:pt x="61" y="223"/>
                  </a:lnTo>
                  <a:lnTo>
                    <a:pt x="2" y="223"/>
                  </a:lnTo>
                  <a:lnTo>
                    <a:pt x="2"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63" name="Google Shape;2363;p45"/>
            <p:cNvSpPr/>
            <p:nvPr/>
          </p:nvSpPr>
          <p:spPr>
            <a:xfrm>
              <a:off x="4638"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64" name="Google Shape;2364;p45"/>
            <p:cNvSpPr/>
            <p:nvPr/>
          </p:nvSpPr>
          <p:spPr>
            <a:xfrm>
              <a:off x="4689" y="2426"/>
              <a:ext cx="76" cy="144"/>
            </a:xfrm>
            <a:custGeom>
              <a:avLst/>
              <a:gdLst/>
              <a:ahLst/>
              <a:cxnLst/>
              <a:rect l="l" t="t" r="r" b="b"/>
              <a:pathLst>
                <a:path w="165" h="312" extrusionOk="0">
                  <a:moveTo>
                    <a:pt x="146" y="0"/>
                  </a:moveTo>
                  <a:lnTo>
                    <a:pt x="100" y="63"/>
                  </a:lnTo>
                  <a:lnTo>
                    <a:pt x="63" y="63"/>
                  </a:lnTo>
                  <a:lnTo>
                    <a:pt x="94" y="0"/>
                  </a:lnTo>
                  <a:lnTo>
                    <a:pt x="146" y="0"/>
                  </a:lnTo>
                  <a:close/>
                  <a:moveTo>
                    <a:pt x="163" y="242"/>
                  </a:moveTo>
                  <a:cubicBezTo>
                    <a:pt x="163" y="265"/>
                    <a:pt x="164" y="288"/>
                    <a:pt x="165" y="309"/>
                  </a:cubicBezTo>
                  <a:lnTo>
                    <a:pt x="114" y="309"/>
                  </a:lnTo>
                  <a:lnTo>
                    <a:pt x="111" y="285"/>
                  </a:lnTo>
                  <a:lnTo>
                    <a:pt x="110" y="285"/>
                  </a:lnTo>
                  <a:cubicBezTo>
                    <a:pt x="99" y="300"/>
                    <a:pt x="81" y="312"/>
                    <a:pt x="59" y="312"/>
                  </a:cubicBezTo>
                  <a:cubicBezTo>
                    <a:pt x="17" y="312"/>
                    <a:pt x="0" y="281"/>
                    <a:pt x="0" y="222"/>
                  </a:cubicBezTo>
                  <a:lnTo>
                    <a:pt x="0" y="90"/>
                  </a:lnTo>
                  <a:lnTo>
                    <a:pt x="59" y="90"/>
                  </a:lnTo>
                  <a:lnTo>
                    <a:pt x="59" y="216"/>
                  </a:lnTo>
                  <a:cubicBezTo>
                    <a:pt x="59" y="245"/>
                    <a:pt x="65" y="263"/>
                    <a:pt x="81" y="263"/>
                  </a:cubicBezTo>
                  <a:cubicBezTo>
                    <a:pt x="91" y="263"/>
                    <a:pt x="98" y="255"/>
                    <a:pt x="100" y="248"/>
                  </a:cubicBezTo>
                  <a:cubicBezTo>
                    <a:pt x="103" y="244"/>
                    <a:pt x="104" y="237"/>
                    <a:pt x="104" y="229"/>
                  </a:cubicBezTo>
                  <a:lnTo>
                    <a:pt x="104" y="90"/>
                  </a:lnTo>
                  <a:lnTo>
                    <a:pt x="163" y="90"/>
                  </a:lnTo>
                  <a:lnTo>
                    <a:pt x="163"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65" name="Google Shape;2365;p45"/>
            <p:cNvSpPr/>
            <p:nvPr/>
          </p:nvSpPr>
          <p:spPr>
            <a:xfrm>
              <a:off x="4787" y="2426"/>
              <a:ext cx="28" cy="143"/>
            </a:xfrm>
            <a:custGeom>
              <a:avLst/>
              <a:gdLst/>
              <a:ahLst/>
              <a:cxnLst/>
              <a:rect l="l" t="t" r="r" b="b"/>
              <a:pathLst>
                <a:path w="61" h="309" extrusionOk="0">
                  <a:moveTo>
                    <a:pt x="1" y="309"/>
                  </a:moveTo>
                  <a:lnTo>
                    <a:pt x="1" y="90"/>
                  </a:lnTo>
                  <a:lnTo>
                    <a:pt x="60" y="90"/>
                  </a:lnTo>
                  <a:lnTo>
                    <a:pt x="60" y="309"/>
                  </a:lnTo>
                  <a:lnTo>
                    <a:pt x="1" y="309"/>
                  </a:lnTo>
                  <a:close/>
                  <a:moveTo>
                    <a:pt x="60" y="32"/>
                  </a:moveTo>
                  <a:cubicBezTo>
                    <a:pt x="61" y="50"/>
                    <a:pt x="47" y="63"/>
                    <a:pt x="29" y="63"/>
                  </a:cubicBezTo>
                  <a:cubicBezTo>
                    <a:pt x="13" y="63"/>
                    <a:pt x="0" y="50"/>
                    <a:pt x="0" y="32"/>
                  </a:cubicBezTo>
                  <a:cubicBezTo>
                    <a:pt x="0" y="12"/>
                    <a:pt x="14" y="0"/>
                    <a:pt x="30" y="0"/>
                  </a:cubicBezTo>
                  <a:cubicBezTo>
                    <a:pt x="47" y="0"/>
                    <a:pt x="60" y="12"/>
                    <a:pt x="60"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66" name="Google Shape;2366;p45"/>
            <p:cNvSpPr/>
            <p:nvPr/>
          </p:nvSpPr>
          <p:spPr>
            <a:xfrm>
              <a:off x="4838" y="2425"/>
              <a:ext cx="27" cy="144"/>
            </a:xfrm>
            <a:prstGeom prst="rect">
              <a:avLst/>
            </a:pr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67" name="Google Shape;2367;p45"/>
            <p:cNvSpPr/>
            <p:nvPr/>
          </p:nvSpPr>
          <p:spPr>
            <a:xfrm>
              <a:off x="4922" y="2425"/>
              <a:ext cx="78" cy="145"/>
            </a:xfrm>
            <a:custGeom>
              <a:avLst/>
              <a:gdLst/>
              <a:ahLst/>
              <a:cxnLst/>
              <a:rect l="l" t="t" r="r" b="b"/>
              <a:pathLst>
                <a:path w="169" h="313" extrusionOk="0">
                  <a:moveTo>
                    <a:pt x="108" y="175"/>
                  </a:moveTo>
                  <a:cubicBezTo>
                    <a:pt x="108" y="171"/>
                    <a:pt x="108" y="166"/>
                    <a:pt x="108" y="162"/>
                  </a:cubicBezTo>
                  <a:cubicBezTo>
                    <a:pt x="106" y="149"/>
                    <a:pt x="99" y="136"/>
                    <a:pt x="87" y="136"/>
                  </a:cubicBezTo>
                  <a:cubicBezTo>
                    <a:pt x="66" y="136"/>
                    <a:pt x="59" y="166"/>
                    <a:pt x="59" y="202"/>
                  </a:cubicBezTo>
                  <a:cubicBezTo>
                    <a:pt x="59" y="243"/>
                    <a:pt x="70" y="265"/>
                    <a:pt x="86" y="265"/>
                  </a:cubicBezTo>
                  <a:cubicBezTo>
                    <a:pt x="94" y="265"/>
                    <a:pt x="102" y="261"/>
                    <a:pt x="107" y="246"/>
                  </a:cubicBezTo>
                  <a:cubicBezTo>
                    <a:pt x="108" y="243"/>
                    <a:pt x="108" y="238"/>
                    <a:pt x="108" y="233"/>
                  </a:cubicBezTo>
                  <a:lnTo>
                    <a:pt x="108" y="175"/>
                  </a:lnTo>
                  <a:close/>
                  <a:moveTo>
                    <a:pt x="167" y="0"/>
                  </a:moveTo>
                  <a:lnTo>
                    <a:pt x="167" y="245"/>
                  </a:lnTo>
                  <a:cubicBezTo>
                    <a:pt x="167" y="266"/>
                    <a:pt x="168" y="289"/>
                    <a:pt x="169" y="310"/>
                  </a:cubicBezTo>
                  <a:lnTo>
                    <a:pt x="118" y="310"/>
                  </a:lnTo>
                  <a:lnTo>
                    <a:pt x="115" y="285"/>
                  </a:lnTo>
                  <a:lnTo>
                    <a:pt x="114" y="285"/>
                  </a:lnTo>
                  <a:cubicBezTo>
                    <a:pt x="106" y="300"/>
                    <a:pt x="89" y="313"/>
                    <a:pt x="68" y="313"/>
                  </a:cubicBezTo>
                  <a:cubicBezTo>
                    <a:pt x="22" y="313"/>
                    <a:pt x="0" y="262"/>
                    <a:pt x="0" y="200"/>
                  </a:cubicBezTo>
                  <a:cubicBezTo>
                    <a:pt x="0" y="124"/>
                    <a:pt x="33" y="87"/>
                    <a:pt x="71" y="87"/>
                  </a:cubicBezTo>
                  <a:cubicBezTo>
                    <a:pt x="90" y="87"/>
                    <a:pt x="102" y="97"/>
                    <a:pt x="108" y="109"/>
                  </a:cubicBezTo>
                  <a:lnTo>
                    <a:pt x="108" y="109"/>
                  </a:lnTo>
                  <a:lnTo>
                    <a:pt x="108" y="0"/>
                  </a:lnTo>
                  <a:lnTo>
                    <a:pt x="167"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68" name="Google Shape;2368;p45"/>
            <p:cNvSpPr/>
            <p:nvPr/>
          </p:nvSpPr>
          <p:spPr>
            <a:xfrm>
              <a:off x="5019" y="2466"/>
              <a:ext cx="78" cy="104"/>
            </a:xfrm>
            <a:custGeom>
              <a:avLst/>
              <a:gdLst/>
              <a:ahLst/>
              <a:cxnLst/>
              <a:rect l="l" t="t" r="r" b="b"/>
              <a:pathLst>
                <a:path w="168" h="226" extrusionOk="0">
                  <a:moveTo>
                    <a:pt x="58" y="113"/>
                  </a:moveTo>
                  <a:cubicBezTo>
                    <a:pt x="58" y="150"/>
                    <a:pt x="64" y="181"/>
                    <a:pt x="85" y="181"/>
                  </a:cubicBezTo>
                  <a:cubicBezTo>
                    <a:pt x="104" y="181"/>
                    <a:pt x="109" y="145"/>
                    <a:pt x="109" y="113"/>
                  </a:cubicBezTo>
                  <a:cubicBezTo>
                    <a:pt x="109" y="83"/>
                    <a:pt x="104" y="45"/>
                    <a:pt x="84" y="45"/>
                  </a:cubicBezTo>
                  <a:cubicBezTo>
                    <a:pt x="62" y="45"/>
                    <a:pt x="58" y="83"/>
                    <a:pt x="58" y="113"/>
                  </a:cubicBezTo>
                  <a:close/>
                  <a:moveTo>
                    <a:pt x="168" y="113"/>
                  </a:moveTo>
                  <a:cubicBezTo>
                    <a:pt x="168" y="204"/>
                    <a:pt x="117" y="226"/>
                    <a:pt x="84" y="226"/>
                  </a:cubicBezTo>
                  <a:cubicBezTo>
                    <a:pt x="31" y="226"/>
                    <a:pt x="0" y="185"/>
                    <a:pt x="0" y="114"/>
                  </a:cubicBezTo>
                  <a:cubicBezTo>
                    <a:pt x="0" y="35"/>
                    <a:pt x="41" y="0"/>
                    <a:pt x="84" y="0"/>
                  </a:cubicBezTo>
                  <a:cubicBezTo>
                    <a:pt x="136"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69" name="Google Shape;2369;p45"/>
            <p:cNvSpPr/>
            <p:nvPr/>
          </p:nvSpPr>
          <p:spPr>
            <a:xfrm>
              <a:off x="5150" y="2429"/>
              <a:ext cx="119" cy="140"/>
            </a:xfrm>
            <a:custGeom>
              <a:avLst/>
              <a:gdLst/>
              <a:ahLst/>
              <a:cxnLst/>
              <a:rect l="l" t="t" r="r" b="b"/>
              <a:pathLst>
                <a:path w="255" h="302" extrusionOk="0">
                  <a:moveTo>
                    <a:pt x="197" y="196"/>
                  </a:moveTo>
                  <a:cubicBezTo>
                    <a:pt x="195" y="167"/>
                    <a:pt x="193" y="128"/>
                    <a:pt x="194" y="96"/>
                  </a:cubicBezTo>
                  <a:lnTo>
                    <a:pt x="193" y="96"/>
                  </a:lnTo>
                  <a:cubicBezTo>
                    <a:pt x="187" y="128"/>
                    <a:pt x="179" y="166"/>
                    <a:pt x="173" y="189"/>
                  </a:cubicBezTo>
                  <a:lnTo>
                    <a:pt x="147" y="297"/>
                  </a:lnTo>
                  <a:lnTo>
                    <a:pt x="106" y="297"/>
                  </a:lnTo>
                  <a:lnTo>
                    <a:pt x="80" y="191"/>
                  </a:lnTo>
                  <a:cubicBezTo>
                    <a:pt x="75" y="167"/>
                    <a:pt x="67" y="129"/>
                    <a:pt x="62" y="96"/>
                  </a:cubicBezTo>
                  <a:lnTo>
                    <a:pt x="61" y="96"/>
                  </a:lnTo>
                  <a:cubicBezTo>
                    <a:pt x="60" y="129"/>
                    <a:pt x="58" y="167"/>
                    <a:pt x="56" y="197"/>
                  </a:cubicBezTo>
                  <a:lnTo>
                    <a:pt x="51" y="302"/>
                  </a:lnTo>
                  <a:lnTo>
                    <a:pt x="0" y="302"/>
                  </a:lnTo>
                  <a:lnTo>
                    <a:pt x="22" y="0"/>
                  </a:lnTo>
                  <a:lnTo>
                    <a:pt x="84" y="0"/>
                  </a:lnTo>
                  <a:lnTo>
                    <a:pt x="109" y="109"/>
                  </a:lnTo>
                  <a:cubicBezTo>
                    <a:pt x="117" y="147"/>
                    <a:pt x="125" y="181"/>
                    <a:pt x="130" y="215"/>
                  </a:cubicBezTo>
                  <a:lnTo>
                    <a:pt x="131" y="215"/>
                  </a:lnTo>
                  <a:cubicBezTo>
                    <a:pt x="136" y="181"/>
                    <a:pt x="142" y="147"/>
                    <a:pt x="151" y="109"/>
                  </a:cubicBezTo>
                  <a:lnTo>
                    <a:pt x="174" y="0"/>
                  </a:lnTo>
                  <a:lnTo>
                    <a:pt x="236" y="0"/>
                  </a:lnTo>
                  <a:lnTo>
                    <a:pt x="255" y="302"/>
                  </a:lnTo>
                  <a:lnTo>
                    <a:pt x="202" y="302"/>
                  </a:lnTo>
                  <a:lnTo>
                    <a:pt x="197" y="196"/>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70" name="Google Shape;2370;p45"/>
            <p:cNvSpPr/>
            <p:nvPr/>
          </p:nvSpPr>
          <p:spPr>
            <a:xfrm>
              <a:off x="5290" y="2425"/>
              <a:ext cx="76" cy="144"/>
            </a:xfrm>
            <a:custGeom>
              <a:avLst/>
              <a:gdLst/>
              <a:ahLst/>
              <a:cxnLst/>
              <a:rect l="l" t="t" r="r" b="b"/>
              <a:pathLst>
                <a:path w="164" h="310" extrusionOk="0">
                  <a:moveTo>
                    <a:pt x="0" y="0"/>
                  </a:moveTo>
                  <a:lnTo>
                    <a:pt x="59" y="0"/>
                  </a:lnTo>
                  <a:lnTo>
                    <a:pt x="59" y="114"/>
                  </a:lnTo>
                  <a:lnTo>
                    <a:pt x="60" y="114"/>
                  </a:lnTo>
                  <a:cubicBezTo>
                    <a:pt x="65" y="106"/>
                    <a:pt x="71" y="100"/>
                    <a:pt x="79" y="95"/>
                  </a:cubicBezTo>
                  <a:cubicBezTo>
                    <a:pt x="87" y="90"/>
                    <a:pt x="97" y="87"/>
                    <a:pt x="108" y="87"/>
                  </a:cubicBezTo>
                  <a:cubicBezTo>
                    <a:pt x="149" y="87"/>
                    <a:pt x="164" y="121"/>
                    <a:pt x="164" y="177"/>
                  </a:cubicBezTo>
                  <a:lnTo>
                    <a:pt x="164" y="310"/>
                  </a:lnTo>
                  <a:lnTo>
                    <a:pt x="106" y="310"/>
                  </a:lnTo>
                  <a:lnTo>
                    <a:pt x="106" y="177"/>
                  </a:lnTo>
                  <a:cubicBezTo>
                    <a:pt x="106" y="155"/>
                    <a:pt x="102" y="136"/>
                    <a:pt x="84" y="136"/>
                  </a:cubicBezTo>
                  <a:cubicBezTo>
                    <a:pt x="74" y="136"/>
                    <a:pt x="66" y="142"/>
                    <a:pt x="61" y="157"/>
                  </a:cubicBezTo>
                  <a:cubicBezTo>
                    <a:pt x="60" y="161"/>
                    <a:pt x="59" y="169"/>
                    <a:pt x="59" y="174"/>
                  </a:cubicBezTo>
                  <a:lnTo>
                    <a:pt x="59" y="310"/>
                  </a:lnTo>
                  <a:lnTo>
                    <a:pt x="0" y="310"/>
                  </a:lnTo>
                  <a:lnTo>
                    <a:pt x="0" y="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71" name="Google Shape;2371;p45"/>
            <p:cNvSpPr/>
            <p:nvPr/>
          </p:nvSpPr>
          <p:spPr>
            <a:xfrm>
              <a:off x="5388" y="2426"/>
              <a:ext cx="76" cy="144"/>
            </a:xfrm>
            <a:custGeom>
              <a:avLst/>
              <a:gdLst/>
              <a:ahLst/>
              <a:cxnLst/>
              <a:rect l="l" t="t" r="r" b="b"/>
              <a:pathLst>
                <a:path w="164" h="312" extrusionOk="0">
                  <a:moveTo>
                    <a:pt x="145" y="0"/>
                  </a:moveTo>
                  <a:lnTo>
                    <a:pt x="100" y="63"/>
                  </a:lnTo>
                  <a:lnTo>
                    <a:pt x="63" y="63"/>
                  </a:lnTo>
                  <a:lnTo>
                    <a:pt x="94" y="0"/>
                  </a:lnTo>
                  <a:lnTo>
                    <a:pt x="145" y="0"/>
                  </a:lnTo>
                  <a:close/>
                  <a:moveTo>
                    <a:pt x="162" y="242"/>
                  </a:moveTo>
                  <a:cubicBezTo>
                    <a:pt x="162" y="265"/>
                    <a:pt x="163" y="288"/>
                    <a:pt x="164" y="309"/>
                  </a:cubicBezTo>
                  <a:lnTo>
                    <a:pt x="113" y="309"/>
                  </a:lnTo>
                  <a:lnTo>
                    <a:pt x="110" y="285"/>
                  </a:lnTo>
                  <a:lnTo>
                    <a:pt x="109" y="285"/>
                  </a:lnTo>
                  <a:cubicBezTo>
                    <a:pt x="99" y="300"/>
                    <a:pt x="81" y="312"/>
                    <a:pt x="58" y="312"/>
                  </a:cubicBezTo>
                  <a:cubicBezTo>
                    <a:pt x="17" y="312"/>
                    <a:pt x="0" y="281"/>
                    <a:pt x="0" y="222"/>
                  </a:cubicBezTo>
                  <a:lnTo>
                    <a:pt x="0" y="90"/>
                  </a:lnTo>
                  <a:lnTo>
                    <a:pt x="59" y="90"/>
                  </a:lnTo>
                  <a:lnTo>
                    <a:pt x="59" y="216"/>
                  </a:lnTo>
                  <a:cubicBezTo>
                    <a:pt x="59" y="245"/>
                    <a:pt x="64" y="263"/>
                    <a:pt x="81" y="263"/>
                  </a:cubicBezTo>
                  <a:cubicBezTo>
                    <a:pt x="91" y="263"/>
                    <a:pt x="97" y="255"/>
                    <a:pt x="100" y="248"/>
                  </a:cubicBezTo>
                  <a:cubicBezTo>
                    <a:pt x="102" y="244"/>
                    <a:pt x="103" y="237"/>
                    <a:pt x="103" y="229"/>
                  </a:cubicBezTo>
                  <a:lnTo>
                    <a:pt x="103" y="90"/>
                  </a:lnTo>
                  <a:lnTo>
                    <a:pt x="162" y="90"/>
                  </a:lnTo>
                  <a:lnTo>
                    <a:pt x="162" y="242"/>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72" name="Google Shape;2372;p45"/>
            <p:cNvSpPr/>
            <p:nvPr/>
          </p:nvSpPr>
          <p:spPr>
            <a:xfrm>
              <a:off x="5486" y="2426"/>
              <a:ext cx="28"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4"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73" name="Google Shape;2373;p45"/>
            <p:cNvSpPr/>
            <p:nvPr/>
          </p:nvSpPr>
          <p:spPr>
            <a:xfrm>
              <a:off x="5537" y="2466"/>
              <a:ext cx="77" cy="103"/>
            </a:xfrm>
            <a:custGeom>
              <a:avLst/>
              <a:gdLst/>
              <a:ahLst/>
              <a:cxnLst/>
              <a:rect l="l" t="t" r="r" b="b"/>
              <a:pathLst>
                <a:path w="166" h="223" extrusionOk="0">
                  <a:moveTo>
                    <a:pt x="2" y="70"/>
                  </a:moveTo>
                  <a:cubicBezTo>
                    <a:pt x="2" y="45"/>
                    <a:pt x="0" y="24"/>
                    <a:pt x="0" y="4"/>
                  </a:cubicBezTo>
                  <a:lnTo>
                    <a:pt x="51" y="4"/>
                  </a:lnTo>
                  <a:lnTo>
                    <a:pt x="53" y="29"/>
                  </a:lnTo>
                  <a:lnTo>
                    <a:pt x="54" y="29"/>
                  </a:lnTo>
                  <a:cubicBezTo>
                    <a:pt x="66" y="11"/>
                    <a:pt x="85" y="0"/>
                    <a:pt x="108" y="0"/>
                  </a:cubicBezTo>
                  <a:cubicBezTo>
                    <a:pt x="149" y="0"/>
                    <a:pt x="166" y="33"/>
                    <a:pt x="166" y="82"/>
                  </a:cubicBezTo>
                  <a:lnTo>
                    <a:pt x="166" y="223"/>
                  </a:lnTo>
                  <a:lnTo>
                    <a:pt x="107" y="223"/>
                  </a:lnTo>
                  <a:lnTo>
                    <a:pt x="107" y="86"/>
                  </a:lnTo>
                  <a:cubicBezTo>
                    <a:pt x="107" y="67"/>
                    <a:pt x="103" y="49"/>
                    <a:pt x="86" y="49"/>
                  </a:cubicBezTo>
                  <a:cubicBezTo>
                    <a:pt x="76" y="49"/>
                    <a:pt x="68" y="56"/>
                    <a:pt x="64" y="69"/>
                  </a:cubicBezTo>
                  <a:cubicBezTo>
                    <a:pt x="62" y="74"/>
                    <a:pt x="60" y="81"/>
                    <a:pt x="60" y="89"/>
                  </a:cubicBezTo>
                  <a:lnTo>
                    <a:pt x="60" y="223"/>
                  </a:lnTo>
                  <a:lnTo>
                    <a:pt x="2" y="223"/>
                  </a:lnTo>
                  <a:lnTo>
                    <a:pt x="2" y="7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74" name="Google Shape;2374;p45"/>
            <p:cNvSpPr/>
            <p:nvPr/>
          </p:nvSpPr>
          <p:spPr>
            <a:xfrm>
              <a:off x="5629" y="2440"/>
              <a:ext cx="60" cy="130"/>
            </a:xfrm>
            <a:custGeom>
              <a:avLst/>
              <a:gdLst/>
              <a:ahLst/>
              <a:cxnLst/>
              <a:rect l="l" t="t" r="r" b="b"/>
              <a:pathLst>
                <a:path w="128" h="280" extrusionOk="0">
                  <a:moveTo>
                    <a:pt x="85" y="0"/>
                  </a:moveTo>
                  <a:lnTo>
                    <a:pt x="85" y="59"/>
                  </a:lnTo>
                  <a:lnTo>
                    <a:pt x="128" y="59"/>
                  </a:lnTo>
                  <a:lnTo>
                    <a:pt x="128" y="100"/>
                  </a:lnTo>
                  <a:lnTo>
                    <a:pt x="85" y="100"/>
                  </a:lnTo>
                  <a:lnTo>
                    <a:pt x="85" y="200"/>
                  </a:lnTo>
                  <a:cubicBezTo>
                    <a:pt x="85" y="226"/>
                    <a:pt x="96" y="232"/>
                    <a:pt x="108" y="232"/>
                  </a:cubicBezTo>
                  <a:cubicBezTo>
                    <a:pt x="113" y="232"/>
                    <a:pt x="118" y="232"/>
                    <a:pt x="123" y="231"/>
                  </a:cubicBezTo>
                  <a:lnTo>
                    <a:pt x="123" y="276"/>
                  </a:lnTo>
                  <a:cubicBezTo>
                    <a:pt x="115" y="279"/>
                    <a:pt x="103" y="280"/>
                    <a:pt x="87" y="280"/>
                  </a:cubicBezTo>
                  <a:cubicBezTo>
                    <a:pt x="70" y="280"/>
                    <a:pt x="55" y="276"/>
                    <a:pt x="45" y="266"/>
                  </a:cubicBezTo>
                  <a:cubicBezTo>
                    <a:pt x="33" y="255"/>
                    <a:pt x="26" y="238"/>
                    <a:pt x="26" y="204"/>
                  </a:cubicBezTo>
                  <a:lnTo>
                    <a:pt x="26" y="100"/>
                  </a:lnTo>
                  <a:lnTo>
                    <a:pt x="0" y="100"/>
                  </a:lnTo>
                  <a:lnTo>
                    <a:pt x="0" y="59"/>
                  </a:lnTo>
                  <a:lnTo>
                    <a:pt x="26" y="59"/>
                  </a:lnTo>
                  <a:lnTo>
                    <a:pt x="26" y="14"/>
                  </a:lnTo>
                  <a:lnTo>
                    <a:pt x="85" y="0"/>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75" name="Google Shape;2375;p45"/>
            <p:cNvSpPr/>
            <p:nvPr/>
          </p:nvSpPr>
          <p:spPr>
            <a:xfrm>
              <a:off x="5702" y="2466"/>
              <a:ext cx="75" cy="104"/>
            </a:xfrm>
            <a:custGeom>
              <a:avLst/>
              <a:gdLst/>
              <a:ahLst/>
              <a:cxnLst/>
              <a:rect l="l" t="t" r="r" b="b"/>
              <a:pathLst>
                <a:path w="162" h="225" extrusionOk="0">
                  <a:moveTo>
                    <a:pt x="109" y="93"/>
                  </a:moveTo>
                  <a:cubicBezTo>
                    <a:pt x="109" y="65"/>
                    <a:pt x="102" y="43"/>
                    <a:pt x="84" y="43"/>
                  </a:cubicBezTo>
                  <a:cubicBezTo>
                    <a:pt x="65" y="43"/>
                    <a:pt x="57" y="71"/>
                    <a:pt x="57" y="93"/>
                  </a:cubicBezTo>
                  <a:lnTo>
                    <a:pt x="109" y="93"/>
                  </a:lnTo>
                  <a:close/>
                  <a:moveTo>
                    <a:pt x="56" y="134"/>
                  </a:moveTo>
                  <a:cubicBezTo>
                    <a:pt x="57" y="168"/>
                    <a:pt x="77" y="181"/>
                    <a:pt x="103" y="181"/>
                  </a:cubicBezTo>
                  <a:cubicBezTo>
                    <a:pt x="120" y="181"/>
                    <a:pt x="134" y="177"/>
                    <a:pt x="145" y="173"/>
                  </a:cubicBezTo>
                  <a:lnTo>
                    <a:pt x="153" y="215"/>
                  </a:lnTo>
                  <a:cubicBezTo>
                    <a:pt x="138" y="221"/>
                    <a:pt x="115" y="225"/>
                    <a:pt x="92" y="225"/>
                  </a:cubicBezTo>
                  <a:cubicBezTo>
                    <a:pt x="32" y="225"/>
                    <a:pt x="0" y="186"/>
                    <a:pt x="0" y="117"/>
                  </a:cubicBezTo>
                  <a:cubicBezTo>
                    <a:pt x="0" y="44"/>
                    <a:pt x="38" y="0"/>
                    <a:pt x="88" y="0"/>
                  </a:cubicBezTo>
                  <a:cubicBezTo>
                    <a:pt x="135" y="0"/>
                    <a:pt x="162" y="37"/>
                    <a:pt x="162" y="104"/>
                  </a:cubicBezTo>
                  <a:cubicBezTo>
                    <a:pt x="162" y="119"/>
                    <a:pt x="162" y="128"/>
                    <a:pt x="160" y="134"/>
                  </a:cubicBezTo>
                  <a:lnTo>
                    <a:pt x="56" y="134"/>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76" name="Google Shape;2376;p45"/>
            <p:cNvSpPr/>
            <p:nvPr/>
          </p:nvSpPr>
          <p:spPr>
            <a:xfrm>
              <a:off x="5793" y="2466"/>
              <a:ext cx="78" cy="104"/>
            </a:xfrm>
            <a:custGeom>
              <a:avLst/>
              <a:gdLst/>
              <a:ahLst/>
              <a:cxnLst/>
              <a:rect l="l" t="t" r="r" b="b"/>
              <a:pathLst>
                <a:path w="168" h="226" extrusionOk="0">
                  <a:moveTo>
                    <a:pt x="59" y="113"/>
                  </a:moveTo>
                  <a:cubicBezTo>
                    <a:pt x="59" y="150"/>
                    <a:pt x="65" y="181"/>
                    <a:pt x="86" y="181"/>
                  </a:cubicBezTo>
                  <a:cubicBezTo>
                    <a:pt x="105" y="181"/>
                    <a:pt x="110" y="145"/>
                    <a:pt x="110" y="113"/>
                  </a:cubicBezTo>
                  <a:cubicBezTo>
                    <a:pt x="110" y="83"/>
                    <a:pt x="105" y="45"/>
                    <a:pt x="85" y="45"/>
                  </a:cubicBezTo>
                  <a:cubicBezTo>
                    <a:pt x="63" y="45"/>
                    <a:pt x="59" y="83"/>
                    <a:pt x="59" y="113"/>
                  </a:cubicBezTo>
                  <a:close/>
                  <a:moveTo>
                    <a:pt x="168" y="113"/>
                  </a:moveTo>
                  <a:cubicBezTo>
                    <a:pt x="168" y="204"/>
                    <a:pt x="118" y="226"/>
                    <a:pt x="84" y="226"/>
                  </a:cubicBezTo>
                  <a:cubicBezTo>
                    <a:pt x="32" y="226"/>
                    <a:pt x="0" y="185"/>
                    <a:pt x="0" y="114"/>
                  </a:cubicBezTo>
                  <a:cubicBezTo>
                    <a:pt x="0" y="35"/>
                    <a:pt x="42" y="0"/>
                    <a:pt x="85" y="0"/>
                  </a:cubicBezTo>
                  <a:cubicBezTo>
                    <a:pt x="137" y="0"/>
                    <a:pt x="168" y="44"/>
                    <a:pt x="168" y="113"/>
                  </a:cubicBez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77" name="Google Shape;2377;p45"/>
            <p:cNvSpPr/>
            <p:nvPr/>
          </p:nvSpPr>
          <p:spPr>
            <a:xfrm>
              <a:off x="5889" y="2426"/>
              <a:ext cx="29" cy="143"/>
            </a:xfrm>
            <a:custGeom>
              <a:avLst/>
              <a:gdLst/>
              <a:ahLst/>
              <a:cxnLst/>
              <a:rect l="l" t="t" r="r" b="b"/>
              <a:pathLst>
                <a:path w="61" h="309" extrusionOk="0">
                  <a:moveTo>
                    <a:pt x="2" y="309"/>
                  </a:moveTo>
                  <a:lnTo>
                    <a:pt x="2" y="90"/>
                  </a:lnTo>
                  <a:lnTo>
                    <a:pt x="61" y="90"/>
                  </a:lnTo>
                  <a:lnTo>
                    <a:pt x="61" y="309"/>
                  </a:lnTo>
                  <a:lnTo>
                    <a:pt x="2" y="309"/>
                  </a:lnTo>
                  <a:close/>
                  <a:moveTo>
                    <a:pt x="61" y="32"/>
                  </a:moveTo>
                  <a:cubicBezTo>
                    <a:pt x="61" y="50"/>
                    <a:pt x="48" y="63"/>
                    <a:pt x="30" y="63"/>
                  </a:cubicBezTo>
                  <a:cubicBezTo>
                    <a:pt x="14" y="63"/>
                    <a:pt x="0" y="50"/>
                    <a:pt x="1" y="32"/>
                  </a:cubicBezTo>
                  <a:cubicBezTo>
                    <a:pt x="0" y="12"/>
                    <a:pt x="15" y="0"/>
                    <a:pt x="31" y="0"/>
                  </a:cubicBezTo>
                  <a:cubicBezTo>
                    <a:pt x="48" y="0"/>
                    <a:pt x="61" y="12"/>
                    <a:pt x="61" y="32"/>
                  </a:cubicBez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78" name="Google Shape;2378;p45"/>
            <p:cNvSpPr/>
            <p:nvPr/>
          </p:nvSpPr>
          <p:spPr>
            <a:xfrm>
              <a:off x="5940" y="2466"/>
              <a:ext cx="52" cy="103"/>
            </a:xfrm>
            <a:custGeom>
              <a:avLst/>
              <a:gdLst/>
              <a:ahLst/>
              <a:cxnLst/>
              <a:rect l="l" t="t" r="r" b="b"/>
              <a:pathLst>
                <a:path w="112" h="223" extrusionOk="0">
                  <a:moveTo>
                    <a:pt x="1" y="70"/>
                  </a:moveTo>
                  <a:cubicBezTo>
                    <a:pt x="1" y="48"/>
                    <a:pt x="1" y="24"/>
                    <a:pt x="0" y="4"/>
                  </a:cubicBezTo>
                  <a:lnTo>
                    <a:pt x="51" y="4"/>
                  </a:lnTo>
                  <a:lnTo>
                    <a:pt x="54" y="36"/>
                  </a:lnTo>
                  <a:lnTo>
                    <a:pt x="55" y="36"/>
                  </a:lnTo>
                  <a:cubicBezTo>
                    <a:pt x="65" y="12"/>
                    <a:pt x="83" y="0"/>
                    <a:pt x="99" y="0"/>
                  </a:cubicBezTo>
                  <a:cubicBezTo>
                    <a:pt x="105" y="0"/>
                    <a:pt x="108" y="0"/>
                    <a:pt x="112" y="1"/>
                  </a:cubicBezTo>
                  <a:lnTo>
                    <a:pt x="112" y="59"/>
                  </a:lnTo>
                  <a:cubicBezTo>
                    <a:pt x="108" y="58"/>
                    <a:pt x="104" y="58"/>
                    <a:pt x="99" y="58"/>
                  </a:cubicBezTo>
                  <a:cubicBezTo>
                    <a:pt x="86" y="58"/>
                    <a:pt x="70" y="67"/>
                    <a:pt x="63" y="90"/>
                  </a:cubicBezTo>
                  <a:cubicBezTo>
                    <a:pt x="62" y="95"/>
                    <a:pt x="61" y="102"/>
                    <a:pt x="61" y="112"/>
                  </a:cubicBezTo>
                  <a:lnTo>
                    <a:pt x="61" y="223"/>
                  </a:lnTo>
                  <a:lnTo>
                    <a:pt x="1" y="223"/>
                  </a:lnTo>
                  <a:lnTo>
                    <a:pt x="1" y="70"/>
                  </a:lnTo>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sp>
          <p:nvSpPr>
            <p:cNvPr id="2379" name="Google Shape;2379;p45"/>
            <p:cNvSpPr/>
            <p:nvPr/>
          </p:nvSpPr>
          <p:spPr>
            <a:xfrm>
              <a:off x="6006" y="2426"/>
              <a:ext cx="42" cy="143"/>
            </a:xfrm>
            <a:custGeom>
              <a:avLst/>
              <a:gdLst/>
              <a:ahLst/>
              <a:cxnLst/>
              <a:rect l="l" t="t" r="r" b="b"/>
              <a:pathLst>
                <a:path w="92" h="309" extrusionOk="0">
                  <a:moveTo>
                    <a:pt x="92" y="0"/>
                  </a:moveTo>
                  <a:lnTo>
                    <a:pt x="46" y="63"/>
                  </a:lnTo>
                  <a:lnTo>
                    <a:pt x="9" y="63"/>
                  </a:lnTo>
                  <a:lnTo>
                    <a:pt x="40" y="0"/>
                  </a:lnTo>
                  <a:lnTo>
                    <a:pt x="92" y="0"/>
                  </a:lnTo>
                  <a:close/>
                  <a:moveTo>
                    <a:pt x="0" y="309"/>
                  </a:moveTo>
                  <a:lnTo>
                    <a:pt x="0" y="90"/>
                  </a:lnTo>
                  <a:lnTo>
                    <a:pt x="59" y="90"/>
                  </a:lnTo>
                  <a:lnTo>
                    <a:pt x="59" y="309"/>
                  </a:lnTo>
                  <a:lnTo>
                    <a:pt x="0" y="309"/>
                  </a:lnTo>
                  <a:close/>
                </a:path>
              </a:pathLst>
            </a:custGeom>
            <a:solidFill>
              <a:srgbClr val="40875C"/>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595959"/>
                </a:solidFill>
                <a:effectLst/>
                <a:uLnTx/>
                <a:uFillTx/>
                <a:latin typeface="Calibri"/>
                <a:ea typeface="Calibri"/>
                <a:cs typeface="Calibri"/>
                <a:sym typeface="Calibri"/>
              </a:endParaRPr>
            </a:p>
          </p:txBody>
        </p:sp>
        <p:cxnSp>
          <p:nvCxnSpPr>
            <p:cNvPr id="2380" name="Google Shape;2380;p45"/>
            <p:cNvCxnSpPr/>
            <p:nvPr/>
          </p:nvCxnSpPr>
          <p:spPr>
            <a:xfrm>
              <a:off x="3964" y="2205"/>
              <a:ext cx="0" cy="366"/>
            </a:xfrm>
            <a:prstGeom prst="straightConnector1">
              <a:avLst/>
            </a:prstGeom>
            <a:noFill/>
            <a:ln w="14275" cap="flat" cmpd="sng">
              <a:solidFill>
                <a:srgbClr val="20406F"/>
              </a:solidFill>
              <a:prstDash val="solid"/>
              <a:miter lim="800000"/>
              <a:headEnd type="none" w="med" len="med"/>
              <a:tailEnd type="none" w="med" len="med"/>
            </a:ln>
          </p:spPr>
        </p:cxnSp>
      </p:grpSp>
      <p:sp>
        <p:nvSpPr>
          <p:cNvPr id="2381" name="Google Shape;2381;p45"/>
          <p:cNvSpPr txBox="1">
            <a:spLocks noGrp="1"/>
          </p:cNvSpPr>
          <p:nvPr>
            <p:ph type="body" idx="2"/>
          </p:nvPr>
        </p:nvSpPr>
        <p:spPr>
          <a:xfrm>
            <a:off x="5720811" y="2263939"/>
            <a:ext cx="4788479" cy="3696445"/>
          </a:xfrm>
          <a:prstGeom prst="rect">
            <a:avLst/>
          </a:prstGeom>
          <a:noFill/>
          <a:ln>
            <a:noFill/>
          </a:ln>
        </p:spPr>
        <p:txBody>
          <a:bodyPr spcFirstLastPara="1" wrap="square" lIns="0" tIns="0" rIns="0" bIns="0" anchor="t" anchorCtr="0">
            <a:normAutofit/>
          </a:bodyPr>
          <a:lstStyle>
            <a:lvl1pPr marL="457200" lvl="0" indent="-228600" algn="l">
              <a:lnSpc>
                <a:spcPct val="90000"/>
              </a:lnSpc>
              <a:spcBef>
                <a:spcPts val="400"/>
              </a:spcBef>
              <a:spcAft>
                <a:spcPts val="0"/>
              </a:spcAft>
              <a:buClr>
                <a:schemeClr val="dk2"/>
              </a:buClr>
              <a:buSzPts val="2000"/>
              <a:buNone/>
              <a:defRPr>
                <a:solidFill>
                  <a:schemeClr val="dk2"/>
                </a:solidFill>
              </a:defRPr>
            </a:lvl1pPr>
            <a:lvl2pPr marL="914400" lvl="1" indent="-228600" algn="l">
              <a:lnSpc>
                <a:spcPct val="90000"/>
              </a:lnSpc>
              <a:spcBef>
                <a:spcPts val="400"/>
              </a:spcBef>
              <a:spcAft>
                <a:spcPts val="0"/>
              </a:spcAft>
              <a:buClr>
                <a:schemeClr val="dk2"/>
              </a:buClr>
              <a:buSzPts val="1800"/>
              <a:buNone/>
              <a:defRPr>
                <a:solidFill>
                  <a:schemeClr val="dk2"/>
                </a:solidFill>
              </a:defRPr>
            </a:lvl2pPr>
            <a:lvl3pPr marL="1371600" lvl="2" indent="-342900" algn="l">
              <a:lnSpc>
                <a:spcPct val="90000"/>
              </a:lnSpc>
              <a:spcBef>
                <a:spcPts val="400"/>
              </a:spcBef>
              <a:spcAft>
                <a:spcPts val="0"/>
              </a:spcAft>
              <a:buClr>
                <a:schemeClr val="accent2"/>
              </a:buClr>
              <a:buSzPts val="1800"/>
              <a:buChar char="•"/>
              <a:defRPr>
                <a:solidFill>
                  <a:schemeClr val="dk2"/>
                </a:solidFill>
              </a:defRPr>
            </a:lvl3pPr>
            <a:lvl4pPr marL="1828800" lvl="3" indent="-330200" algn="l">
              <a:lnSpc>
                <a:spcPct val="90000"/>
              </a:lnSpc>
              <a:spcBef>
                <a:spcPts val="400"/>
              </a:spcBef>
              <a:spcAft>
                <a:spcPts val="0"/>
              </a:spcAft>
              <a:buClr>
                <a:schemeClr val="accent2"/>
              </a:buClr>
              <a:buSzPts val="1600"/>
              <a:buChar char="•"/>
              <a:defRPr>
                <a:solidFill>
                  <a:schemeClr val="dk2"/>
                </a:solidFill>
              </a:defRPr>
            </a:lvl4pPr>
            <a:lvl5pPr marL="2286000" lvl="4" indent="-228600" algn="l">
              <a:lnSpc>
                <a:spcPct val="90000"/>
              </a:lnSpc>
              <a:spcBef>
                <a:spcPts val="800"/>
              </a:spcBef>
              <a:spcAft>
                <a:spcPts val="0"/>
              </a:spcAft>
              <a:buClr>
                <a:schemeClr val="dk2"/>
              </a:buClr>
              <a:buSzPts val="2000"/>
              <a:buNone/>
              <a:defRPr>
                <a:solidFill>
                  <a:schemeClr val="dk2"/>
                </a:solidFill>
              </a:defRPr>
            </a:lvl5pPr>
            <a:lvl6pPr marL="2743200" lvl="5" indent="-342900" algn="l">
              <a:lnSpc>
                <a:spcPct val="90000"/>
              </a:lnSpc>
              <a:spcBef>
                <a:spcPts val="500"/>
              </a:spcBef>
              <a:spcAft>
                <a:spcPts val="0"/>
              </a:spcAft>
              <a:buClr>
                <a:srgbClr val="FF0000"/>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42627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extLst mod="1">
    <p:ext uri="{DCECCB84-F9BA-43D5-87BE-67443E8EF086}">
      <p15:sldGuideLst xmlns:p15="http://schemas.microsoft.com/office/powerpoint/2012/main">
        <p15:guide id="1" orient="horz" pos="2160">
          <p15:clr>
            <a:srgbClr val="FBAE40"/>
          </p15:clr>
        </p15:guide>
        <p15:guide id="2" pos="663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type="obj">
  <p:cSld name="1_Title and Content">
    <p:spTree>
      <p:nvGrpSpPr>
        <p:cNvPr id="1" name="Shape 2496"/>
        <p:cNvGrpSpPr/>
        <p:nvPr/>
      </p:nvGrpSpPr>
      <p:grpSpPr>
        <a:xfrm>
          <a:off x="0" y="0"/>
          <a:ext cx="0" cy="0"/>
          <a:chOff x="0" y="0"/>
          <a:chExt cx="0" cy="0"/>
        </a:xfrm>
      </p:grpSpPr>
      <p:sp>
        <p:nvSpPr>
          <p:cNvPr id="2497" name="Google Shape;2497;p48"/>
          <p:cNvSpPr txBox="1">
            <a:spLocks noGrp="1"/>
          </p:cNvSpPr>
          <p:nvPr>
            <p:ph type="body" idx="1"/>
          </p:nvPr>
        </p:nvSpPr>
        <p:spPr>
          <a:xfrm>
            <a:off x="1466655" y="1600200"/>
            <a:ext cx="10390000" cy="4493100"/>
          </a:xfrm>
          <a:prstGeom prst="rect">
            <a:avLst/>
          </a:prstGeom>
          <a:noFill/>
          <a:ln>
            <a:noFill/>
          </a:ln>
        </p:spPr>
        <p:txBody>
          <a:bodyPr spcFirstLastPara="1" wrap="square" lIns="91425" tIns="91425" rIns="91425" bIns="91425" anchor="t" anchorCtr="0">
            <a:normAutofit/>
          </a:bodyPr>
          <a:lstStyle>
            <a:lvl1pPr marL="457200" marR="0" lvl="0" indent="-431800" algn="l">
              <a:lnSpc>
                <a:spcPct val="100000"/>
              </a:lnSpc>
              <a:spcBef>
                <a:spcPts val="640"/>
              </a:spcBef>
              <a:spcAft>
                <a:spcPts val="0"/>
              </a:spcAft>
              <a:buClr>
                <a:srgbClr val="262262"/>
              </a:buClr>
              <a:buSzPts val="3200"/>
              <a:buFont typeface="Arial"/>
              <a:buChar char="•"/>
              <a:defRPr sz="3200" b="0" i="0" u="none" strike="noStrike" cap="none">
                <a:solidFill>
                  <a:srgbClr val="262262"/>
                </a:solidFill>
                <a:latin typeface="Calibri"/>
                <a:ea typeface="Calibri"/>
                <a:cs typeface="Calibri"/>
                <a:sym typeface="Calibri"/>
              </a:defRPr>
            </a:lvl1pPr>
            <a:lvl2pPr marL="914400" marR="0" lvl="1" indent="-406400" algn="l">
              <a:lnSpc>
                <a:spcPct val="100000"/>
              </a:lnSpc>
              <a:spcBef>
                <a:spcPts val="560"/>
              </a:spcBef>
              <a:spcAft>
                <a:spcPts val="0"/>
              </a:spcAft>
              <a:buClr>
                <a:srgbClr val="262262"/>
              </a:buClr>
              <a:buSzPts val="2800"/>
              <a:buFont typeface="Arial"/>
              <a:buChar char="–"/>
              <a:defRPr sz="2800" b="0" i="0" u="none" strike="noStrike" cap="none">
                <a:solidFill>
                  <a:srgbClr val="262262"/>
                </a:solidFill>
                <a:latin typeface="Calibri"/>
                <a:ea typeface="Calibri"/>
                <a:cs typeface="Calibri"/>
                <a:sym typeface="Calibri"/>
              </a:defRPr>
            </a:lvl2pPr>
            <a:lvl3pPr marL="1371600" marR="0" lvl="2" indent="-381000" algn="l">
              <a:lnSpc>
                <a:spcPct val="100000"/>
              </a:lnSpc>
              <a:spcBef>
                <a:spcPts val="480"/>
              </a:spcBef>
              <a:spcAft>
                <a:spcPts val="0"/>
              </a:spcAft>
              <a:buClr>
                <a:srgbClr val="418763"/>
              </a:buClr>
              <a:buSzPts val="2400"/>
              <a:buFont typeface="Arial"/>
              <a:buChar char="•"/>
              <a:defRPr sz="2400" b="0" i="0" u="none" strike="noStrike" cap="none">
                <a:solidFill>
                  <a:srgbClr val="262262"/>
                </a:solidFill>
                <a:latin typeface="Calibri"/>
                <a:ea typeface="Calibri"/>
                <a:cs typeface="Calibri"/>
                <a:sym typeface="Calibri"/>
              </a:defRPr>
            </a:lvl3pPr>
            <a:lvl4pPr marL="1828800" marR="0" lvl="3" indent="-355600" algn="l">
              <a:lnSpc>
                <a:spcPct val="100000"/>
              </a:lnSpc>
              <a:spcBef>
                <a:spcPts val="400"/>
              </a:spcBef>
              <a:spcAft>
                <a:spcPts val="0"/>
              </a:spcAft>
              <a:buClr>
                <a:srgbClr val="418763"/>
              </a:buClr>
              <a:buSzPts val="2000"/>
              <a:buFont typeface="Arial"/>
              <a:buChar char="–"/>
              <a:defRPr sz="2000" b="0" i="0" u="none" strike="noStrike" cap="none">
                <a:solidFill>
                  <a:srgbClr val="262262"/>
                </a:solidFill>
                <a:latin typeface="Calibri"/>
                <a:ea typeface="Calibri"/>
                <a:cs typeface="Calibri"/>
                <a:sym typeface="Calibri"/>
              </a:defRPr>
            </a:lvl4pPr>
            <a:lvl5pPr marL="2286000" marR="0" lvl="4" indent="-355600" algn="l">
              <a:lnSpc>
                <a:spcPct val="100000"/>
              </a:lnSpc>
              <a:spcBef>
                <a:spcPts val="400"/>
              </a:spcBef>
              <a:spcAft>
                <a:spcPts val="0"/>
              </a:spcAft>
              <a:buClr>
                <a:srgbClr val="418763"/>
              </a:buClr>
              <a:buSzPts val="2000"/>
              <a:buFont typeface="Arial"/>
              <a:buChar char="»"/>
              <a:defRPr sz="2000" b="0" i="0" u="none" strike="noStrike" cap="none">
                <a:solidFill>
                  <a:srgbClr val="262262"/>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pic>
        <p:nvPicPr>
          <p:cNvPr id="2498" name="Google Shape;2498;p48" descr="PDST_Bilingual1_Trans"/>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9554817" y="6027846"/>
            <a:ext cx="2628069" cy="753336"/>
          </a:xfrm>
          <a:prstGeom prst="rect">
            <a:avLst/>
          </a:prstGeom>
          <a:noFill/>
          <a:ln>
            <a:noFill/>
          </a:ln>
        </p:spPr>
      </p:pic>
      <p:sp>
        <p:nvSpPr>
          <p:cNvPr id="2499" name="Google Shape;2499;p48"/>
          <p:cNvSpPr txBox="1">
            <a:spLocks noGrp="1"/>
          </p:cNvSpPr>
          <p:nvPr>
            <p:ph type="title"/>
          </p:nvPr>
        </p:nvSpPr>
        <p:spPr>
          <a:xfrm>
            <a:off x="1466655" y="274637"/>
            <a:ext cx="10390000" cy="1143000"/>
          </a:xfrm>
          <a:prstGeom prst="rect">
            <a:avLst/>
          </a:prstGeom>
          <a:noFill/>
          <a:ln>
            <a:noFill/>
          </a:ln>
        </p:spPr>
        <p:txBody>
          <a:bodyPr spcFirstLastPara="1" wrap="square" lIns="91425" tIns="91425" rIns="91425" bIns="91425" anchor="ctr" anchorCtr="0">
            <a:normAutofit/>
          </a:bodyPr>
          <a:lstStyle>
            <a:lvl1pPr marR="0" lvl="0" algn="ctr">
              <a:lnSpc>
                <a:spcPct val="100000"/>
              </a:lnSpc>
              <a:spcBef>
                <a:spcPts val="0"/>
              </a:spcBef>
              <a:spcAft>
                <a:spcPts val="0"/>
              </a:spcAft>
              <a:buClr>
                <a:srgbClr val="418763"/>
              </a:buClr>
              <a:buSzPts val="4400"/>
              <a:buFont typeface="Calibri"/>
              <a:buNone/>
              <a:defRPr sz="4400" b="1" i="0" u="none" strike="noStrike" cap="none">
                <a:solidFill>
                  <a:srgbClr val="418763"/>
                </a:solidFill>
                <a:latin typeface="Calibri"/>
                <a:ea typeface="Calibri"/>
                <a:cs typeface="Calibri"/>
                <a:sym typeface="Calibri"/>
              </a:defRPr>
            </a:lvl1pPr>
            <a:lvl2pPr lvl="1">
              <a:spcBef>
                <a:spcPts val="0"/>
              </a:spcBef>
              <a:spcAft>
                <a:spcPts val="0"/>
              </a:spcAft>
              <a:buSzPts val="1800"/>
              <a:buFont typeface="Arial"/>
              <a:buNone/>
              <a:defRPr sz="1800"/>
            </a:lvl2pPr>
            <a:lvl3pPr lvl="2">
              <a:spcBef>
                <a:spcPts val="0"/>
              </a:spcBef>
              <a:spcAft>
                <a:spcPts val="0"/>
              </a:spcAft>
              <a:buSzPts val="1800"/>
              <a:buFont typeface="Arial"/>
              <a:buNone/>
              <a:defRPr sz="1800"/>
            </a:lvl3pPr>
            <a:lvl4pPr lvl="3">
              <a:spcBef>
                <a:spcPts val="0"/>
              </a:spcBef>
              <a:spcAft>
                <a:spcPts val="0"/>
              </a:spcAft>
              <a:buSzPts val="1800"/>
              <a:buFont typeface="Arial"/>
              <a:buNone/>
              <a:defRPr sz="1800"/>
            </a:lvl4pPr>
            <a:lvl5pPr lvl="4">
              <a:spcBef>
                <a:spcPts val="0"/>
              </a:spcBef>
              <a:spcAft>
                <a:spcPts val="0"/>
              </a:spcAft>
              <a:buSzPts val="1800"/>
              <a:buFont typeface="Arial"/>
              <a:buNone/>
              <a:defRPr sz="1800"/>
            </a:lvl5pPr>
            <a:lvl6pPr lvl="5">
              <a:spcBef>
                <a:spcPts val="0"/>
              </a:spcBef>
              <a:spcAft>
                <a:spcPts val="0"/>
              </a:spcAft>
              <a:buSzPts val="1800"/>
              <a:buFont typeface="Arial"/>
              <a:buNone/>
              <a:defRPr sz="1800"/>
            </a:lvl6pPr>
            <a:lvl7pPr lvl="6">
              <a:spcBef>
                <a:spcPts val="0"/>
              </a:spcBef>
              <a:spcAft>
                <a:spcPts val="0"/>
              </a:spcAft>
              <a:buSzPts val="1800"/>
              <a:buFont typeface="Arial"/>
              <a:buNone/>
              <a:defRPr sz="1800"/>
            </a:lvl7pPr>
            <a:lvl8pPr lvl="7">
              <a:spcBef>
                <a:spcPts val="0"/>
              </a:spcBef>
              <a:spcAft>
                <a:spcPts val="0"/>
              </a:spcAft>
              <a:buSzPts val="1800"/>
              <a:buFont typeface="Arial"/>
              <a:buNone/>
              <a:defRPr sz="1800"/>
            </a:lvl8pPr>
            <a:lvl9pPr lvl="8">
              <a:spcBef>
                <a:spcPts val="0"/>
              </a:spcBef>
              <a:spcAft>
                <a:spcPts val="0"/>
              </a:spcAft>
              <a:buSzPts val="1800"/>
              <a:buFont typeface="Arial"/>
              <a:buNone/>
              <a:defRPr sz="1800"/>
            </a:lvl9pPr>
          </a:lstStyle>
          <a:p>
            <a:endParaRPr/>
          </a:p>
        </p:txBody>
      </p:sp>
    </p:spTree>
    <p:extLst>
      <p:ext uri="{BB962C8B-B14F-4D97-AF65-F5344CB8AC3E}">
        <p14:creationId xmlns:p14="http://schemas.microsoft.com/office/powerpoint/2010/main" val="1949495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8285C-1E83-3C41-B22C-6395A07A56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AF96A1B-4F55-514C-A459-483C4599AD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3D0047F-5FAB-6B42-8BA6-4DAB98B77869}"/>
              </a:ext>
            </a:extLst>
          </p:cNvPr>
          <p:cNvSpPr>
            <a:spLocks noGrp="1"/>
          </p:cNvSpPr>
          <p:nvPr>
            <p:ph type="dt" idx="10"/>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lang="en-IE"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5" name="Footer Placeholder 4">
            <a:extLst>
              <a:ext uri="{FF2B5EF4-FFF2-40B4-BE49-F238E27FC236}">
                <a16:creationId xmlns:a16="http://schemas.microsoft.com/office/drawing/2014/main" id="{E7673D90-4144-134D-9BB0-2BAD30C2260B}"/>
              </a:ext>
            </a:extLst>
          </p:cNvPr>
          <p:cNvSpPr>
            <a:spLocks noGrp="1"/>
          </p:cNvSpPr>
          <p:nvPr>
            <p:ph type="ftr" idx="1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lang="en-IE"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6" name="Slide Number Placeholder 5">
            <a:extLst>
              <a:ext uri="{FF2B5EF4-FFF2-40B4-BE49-F238E27FC236}">
                <a16:creationId xmlns:a16="http://schemas.microsoft.com/office/drawing/2014/main" id="{60FC5B4F-D58B-A14B-806E-689A8B13FCFD}"/>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600" b="1" i="0" u="none" strike="noStrike" kern="0" cap="none" spc="0" normalizeH="0" baseline="0" noProof="0" smtClean="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lang="en-US" sz="1600" b="1" i="0" u="none" strike="noStrike" kern="0" cap="none" spc="0" normalizeH="0" baseline="0" noProof="0">
              <a:ln>
                <a:noFill/>
              </a:ln>
              <a:solidFill>
                <a:srgbClr val="408763"/>
              </a:solidFill>
              <a:effectLst/>
              <a:uLnTx/>
              <a:uFillTx/>
              <a:latin typeface="Calibri"/>
              <a:cs typeface="Calibri"/>
              <a:sym typeface="Calibri"/>
            </a:endParaRPr>
          </a:p>
        </p:txBody>
      </p:sp>
    </p:spTree>
    <p:extLst>
      <p:ext uri="{BB962C8B-B14F-4D97-AF65-F5344CB8AC3E}">
        <p14:creationId xmlns:p14="http://schemas.microsoft.com/office/powerpoint/2010/main" val="35033972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52055F-3732-436B-B820-E52F1877A6F3}"/>
              </a:ext>
            </a:extLst>
          </p:cNvPr>
          <p:cNvSpPr>
            <a:spLocks noGrp="1"/>
          </p:cNvSpPr>
          <p:nvPr>
            <p:ph type="dt" sz="half" idx="10"/>
          </p:nvPr>
        </p:nvSpPr>
        <p:spPr/>
        <p:txBody>
          <a:bodyPr/>
          <a:lstStyle/>
          <a:p>
            <a:endParaRPr lang="en-IE"/>
          </a:p>
        </p:txBody>
      </p:sp>
      <p:sp>
        <p:nvSpPr>
          <p:cNvPr id="3" name="Footer Placeholder 2">
            <a:extLst>
              <a:ext uri="{FF2B5EF4-FFF2-40B4-BE49-F238E27FC236}">
                <a16:creationId xmlns:a16="http://schemas.microsoft.com/office/drawing/2014/main" id="{77CCDB50-33CD-466D-A012-FDA31C834060}"/>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DD1760CE-3DD6-4810-942E-8B211BA933F3}"/>
              </a:ext>
            </a:extLst>
          </p:cNvPr>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544686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838200" y="365125"/>
            <a:ext cx="10515600" cy="1325563"/>
          </a:xfrm>
          <a:prstGeom prst="rect">
            <a:avLst/>
          </a:prstGeom>
          <a:noFill/>
          <a:ln>
            <a:noFill/>
          </a:ln>
        </p:spPr>
        <p:txBody>
          <a:bodyPr spcFirstLastPara="1" wrap="square" lIns="0" tIns="0" rIns="0" bIns="0" anchor="ctr" anchorCtr="0">
            <a:normAutofit/>
          </a:bodyPr>
          <a:lstStyle>
            <a:lvl1pPr marR="0" lvl="0" algn="l" rtl="0">
              <a:lnSpc>
                <a:spcPct val="90000"/>
              </a:lnSpc>
              <a:spcBef>
                <a:spcPts val="0"/>
              </a:spcBef>
              <a:spcAft>
                <a:spcPts val="0"/>
              </a:spcAft>
              <a:buClr>
                <a:schemeClr val="dk1"/>
              </a:buClr>
              <a:buSzPts val="2800"/>
              <a:buFont typeface="Calibri"/>
              <a:buNone/>
              <a:defRPr sz="28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2"/>
          <p:cNvSpPr txBox="1">
            <a:spLocks noGrp="1"/>
          </p:cNvSpPr>
          <p:nvPr>
            <p:ph type="body" idx="1"/>
          </p:nvPr>
        </p:nvSpPr>
        <p:spPr>
          <a:xfrm>
            <a:off x="838200" y="1825625"/>
            <a:ext cx="10515600" cy="4351338"/>
          </a:xfrm>
          <a:prstGeom prst="rect">
            <a:avLst/>
          </a:prstGeom>
          <a:noFill/>
          <a:ln>
            <a:noFill/>
          </a:ln>
        </p:spPr>
        <p:txBody>
          <a:bodyPr spcFirstLastPara="1" wrap="square" lIns="0" tIns="0" rIns="0" bIns="0" anchor="t" anchorCtr="0">
            <a:normAutofit/>
          </a:bodyPr>
          <a:lstStyle>
            <a:lvl1pPr marL="457200" marR="0" lvl="0" indent="-228600" algn="l" rtl="0">
              <a:lnSpc>
                <a:spcPct val="90000"/>
              </a:lnSpc>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4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400"/>
              </a:spcBef>
              <a:spcAft>
                <a:spcPts val="0"/>
              </a:spcAft>
              <a:buClr>
                <a:schemeClr val="dk2"/>
              </a:buClr>
              <a:buSzPts val="1800"/>
              <a:buFont typeface="Arial"/>
              <a:buChar char="•"/>
              <a:defRPr sz="1800" b="1" i="0" u="none" strike="noStrike" cap="none">
                <a:solidFill>
                  <a:schemeClr val="dk1"/>
                </a:solidFill>
                <a:latin typeface="Calibri"/>
                <a:ea typeface="Calibri"/>
                <a:cs typeface="Calibri"/>
                <a:sym typeface="Calibri"/>
              </a:defRPr>
            </a:lvl3pPr>
            <a:lvl4pPr marL="1828800" marR="0" lvl="3" indent="-330200" algn="l" rtl="0">
              <a:lnSpc>
                <a:spcPct val="90000"/>
              </a:lnSpc>
              <a:spcBef>
                <a:spcPts val="4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800"/>
              </a:spcBef>
              <a:spcAft>
                <a:spcPts val="0"/>
              </a:spcAft>
              <a:buClr>
                <a:schemeClr val="accent1"/>
              </a:buClr>
              <a:buSzPts val="2000"/>
              <a:buFont typeface="Arial"/>
              <a:buNone/>
              <a:defRPr sz="2000" b="1" i="0" u="none" strike="noStrike" cap="none">
                <a:solidFill>
                  <a:schemeClr val="accent1"/>
                </a:solidFill>
                <a:latin typeface="Calibri"/>
                <a:ea typeface="Calibri"/>
                <a:cs typeface="Calibri"/>
                <a:sym typeface="Calibri"/>
              </a:defRPr>
            </a:lvl5pPr>
            <a:lvl6pPr marL="2743200" marR="0" lvl="5" indent="-342900" algn="l" rtl="0">
              <a:lnSpc>
                <a:spcPct val="90000"/>
              </a:lnSpc>
              <a:spcBef>
                <a:spcPts val="500"/>
              </a:spcBef>
              <a:spcAft>
                <a:spcPts val="0"/>
              </a:spcAft>
              <a:buClr>
                <a:srgbClr val="FF0000"/>
              </a:buClr>
              <a:buSzPts val="1800"/>
              <a:buFont typeface="Arial"/>
              <a:buChar char="•"/>
              <a:defRPr sz="1800" b="0" i="0" u="none" strike="noStrike" cap="none">
                <a:solidFill>
                  <a:srgbClr val="FF0000"/>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2"/>
          <p:cNvSpPr txBox="1">
            <a:spLocks noGrp="1"/>
          </p:cNvSpPr>
          <p:nvPr>
            <p:ph type="dt" idx="10"/>
          </p:nvPr>
        </p:nvSpPr>
        <p:spPr>
          <a:xfrm>
            <a:off x="695400" y="6496604"/>
            <a:ext cx="5580620" cy="160127"/>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600" b="0" i="0" u="none" strike="noStrike" cap="none">
                <a:solidFill>
                  <a:schemeClr val="accent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585D23D6-96CA-4F7F-86B1-CF522D298A67}" type="datetime1">
              <a:rPr kumimoji="0" lang="en-IE" sz="600" b="0" i="0" u="none" strike="noStrike" kern="0" cap="none" spc="0" normalizeH="0" baseline="0" noProof="0" smtClean="0">
                <a:ln>
                  <a:noFill/>
                </a:ln>
                <a:solidFill>
                  <a:srgbClr val="408763"/>
                </a:solidFill>
                <a:effectLst/>
                <a:uLnTx/>
                <a:uFillTx/>
                <a:latin typeface="Calibri"/>
                <a:cs typeface="Calibri"/>
                <a:sym typeface="Calibri"/>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24/02/2021</a:t>
            </a:fld>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9" name="Google Shape;9;p22"/>
          <p:cNvSpPr txBox="1">
            <a:spLocks noGrp="1"/>
          </p:cNvSpPr>
          <p:nvPr>
            <p:ph type="ftr" idx="11"/>
          </p:nvPr>
        </p:nvSpPr>
        <p:spPr>
          <a:xfrm>
            <a:off x="695400" y="6416541"/>
            <a:ext cx="5580620" cy="160127"/>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600" b="0" i="0" u="none" strike="noStrike" cap="none">
                <a:solidFill>
                  <a:schemeClr val="accent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600" b="0" i="0" u="none" strike="noStrike" kern="0" cap="none" spc="0" normalizeH="0" baseline="0" noProof="0">
              <a:ln>
                <a:noFill/>
              </a:ln>
              <a:solidFill>
                <a:srgbClr val="408763"/>
              </a:solidFill>
              <a:effectLst/>
              <a:uLnTx/>
              <a:uFillTx/>
              <a:latin typeface="Calibri"/>
              <a:cs typeface="Calibri"/>
              <a:sym typeface="Calibri"/>
            </a:endParaRPr>
          </a:p>
        </p:txBody>
      </p:sp>
      <p:sp>
        <p:nvSpPr>
          <p:cNvPr id="10" name="Google Shape;10;p22"/>
          <p:cNvSpPr txBox="1">
            <a:spLocks noGrp="1"/>
          </p:cNvSpPr>
          <p:nvPr>
            <p:ph type="sldNum" idx="12"/>
          </p:nvPr>
        </p:nvSpPr>
        <p:spPr>
          <a:xfrm>
            <a:off x="-12703" y="6356350"/>
            <a:ext cx="793304"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600" b="1" i="0" u="none" strike="noStrike" cap="none">
                <a:solidFill>
                  <a:schemeClr val="accent2"/>
                </a:solidFill>
                <a:latin typeface="Calibri"/>
                <a:ea typeface="Calibri"/>
                <a:cs typeface="Calibri"/>
                <a:sym typeface="Calibri"/>
              </a:defRPr>
            </a:lvl1pPr>
            <a:lvl2pPr marL="0" marR="0" lvl="1" indent="0" algn="r" rtl="0">
              <a:spcBef>
                <a:spcPts val="0"/>
              </a:spcBef>
              <a:buNone/>
              <a:defRPr sz="1600" b="1" i="0" u="none" strike="noStrike" cap="none">
                <a:solidFill>
                  <a:schemeClr val="accent2"/>
                </a:solidFill>
                <a:latin typeface="Calibri"/>
                <a:ea typeface="Calibri"/>
                <a:cs typeface="Calibri"/>
                <a:sym typeface="Calibri"/>
              </a:defRPr>
            </a:lvl2pPr>
            <a:lvl3pPr marL="0" marR="0" lvl="2" indent="0" algn="r" rtl="0">
              <a:spcBef>
                <a:spcPts val="0"/>
              </a:spcBef>
              <a:buNone/>
              <a:defRPr sz="1600" b="1" i="0" u="none" strike="noStrike" cap="none">
                <a:solidFill>
                  <a:schemeClr val="accent2"/>
                </a:solidFill>
                <a:latin typeface="Calibri"/>
                <a:ea typeface="Calibri"/>
                <a:cs typeface="Calibri"/>
                <a:sym typeface="Calibri"/>
              </a:defRPr>
            </a:lvl3pPr>
            <a:lvl4pPr marL="0" marR="0" lvl="3" indent="0" algn="r" rtl="0">
              <a:spcBef>
                <a:spcPts val="0"/>
              </a:spcBef>
              <a:buNone/>
              <a:defRPr sz="1600" b="1" i="0" u="none" strike="noStrike" cap="none">
                <a:solidFill>
                  <a:schemeClr val="accent2"/>
                </a:solidFill>
                <a:latin typeface="Calibri"/>
                <a:ea typeface="Calibri"/>
                <a:cs typeface="Calibri"/>
                <a:sym typeface="Calibri"/>
              </a:defRPr>
            </a:lvl4pPr>
            <a:lvl5pPr marL="0" marR="0" lvl="4" indent="0" algn="r" rtl="0">
              <a:spcBef>
                <a:spcPts val="0"/>
              </a:spcBef>
              <a:buNone/>
              <a:defRPr sz="1600" b="1" i="0" u="none" strike="noStrike" cap="none">
                <a:solidFill>
                  <a:schemeClr val="accent2"/>
                </a:solidFill>
                <a:latin typeface="Calibri"/>
                <a:ea typeface="Calibri"/>
                <a:cs typeface="Calibri"/>
                <a:sym typeface="Calibri"/>
              </a:defRPr>
            </a:lvl5pPr>
            <a:lvl6pPr marL="0" marR="0" lvl="5" indent="0" algn="r" rtl="0">
              <a:spcBef>
                <a:spcPts val="0"/>
              </a:spcBef>
              <a:buNone/>
              <a:defRPr sz="1600" b="1" i="0" u="none" strike="noStrike" cap="none">
                <a:solidFill>
                  <a:schemeClr val="accent2"/>
                </a:solidFill>
                <a:latin typeface="Calibri"/>
                <a:ea typeface="Calibri"/>
                <a:cs typeface="Calibri"/>
                <a:sym typeface="Calibri"/>
              </a:defRPr>
            </a:lvl6pPr>
            <a:lvl7pPr marL="0" marR="0" lvl="6" indent="0" algn="r" rtl="0">
              <a:spcBef>
                <a:spcPts val="0"/>
              </a:spcBef>
              <a:buNone/>
              <a:defRPr sz="1600" b="1" i="0" u="none" strike="noStrike" cap="none">
                <a:solidFill>
                  <a:schemeClr val="accent2"/>
                </a:solidFill>
                <a:latin typeface="Calibri"/>
                <a:ea typeface="Calibri"/>
                <a:cs typeface="Calibri"/>
                <a:sym typeface="Calibri"/>
              </a:defRPr>
            </a:lvl7pPr>
            <a:lvl8pPr marL="0" marR="0" lvl="7" indent="0" algn="r" rtl="0">
              <a:spcBef>
                <a:spcPts val="0"/>
              </a:spcBef>
              <a:buNone/>
              <a:defRPr sz="1600" b="1" i="0" u="none" strike="noStrike" cap="none">
                <a:solidFill>
                  <a:schemeClr val="accent2"/>
                </a:solidFill>
                <a:latin typeface="Calibri"/>
                <a:ea typeface="Calibri"/>
                <a:cs typeface="Calibri"/>
                <a:sym typeface="Calibri"/>
              </a:defRPr>
            </a:lvl8pPr>
            <a:lvl9pPr marL="0" marR="0" lvl="8" indent="0" algn="r" rtl="0">
              <a:spcBef>
                <a:spcPts val="0"/>
              </a:spcBef>
              <a:buNone/>
              <a:defRPr sz="1600" b="1" i="0" u="none" strike="noStrike" cap="none">
                <a:solidFill>
                  <a:schemeClr val="accent2"/>
                </a:solidFill>
                <a:latin typeface="Calibri"/>
                <a:ea typeface="Calibri"/>
                <a:cs typeface="Calibri"/>
                <a:sym typeface="Calibri"/>
              </a:defRPr>
            </a:lvl9p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a:ln>
                  <a:noFill/>
                </a:ln>
                <a:solidFill>
                  <a:srgbClr val="408763"/>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a:t>
            </a:fld>
            <a:endParaRPr kumimoji="0" sz="1600" b="1" i="0" u="none" strike="noStrike" kern="0" cap="none" spc="0" normalizeH="0" baseline="0" noProof="0">
              <a:ln>
                <a:noFill/>
              </a:ln>
              <a:solidFill>
                <a:srgbClr val="408763"/>
              </a:solidFill>
              <a:effectLst/>
              <a:uLnTx/>
              <a:uFillTx/>
              <a:latin typeface="Calibri"/>
              <a:cs typeface="Calibri"/>
              <a:sym typeface="Calibri"/>
            </a:endParaRPr>
          </a:p>
        </p:txBody>
      </p:sp>
    </p:spTree>
    <p:extLst>
      <p:ext uri="{BB962C8B-B14F-4D97-AF65-F5344CB8AC3E}">
        <p14:creationId xmlns:p14="http://schemas.microsoft.com/office/powerpoint/2010/main" val="279919419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3" r:id="rId21"/>
    <p:sldLayoutId id="2147483684" r:id="rId22"/>
    <p:sldLayoutId id="2147483685" r:id="rId23"/>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www.kaggle.com/stefanoleone992/fifa-21-complete-player-dataset" TargetMode="Externa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hyperlink" Target="https://seaborn.pydata.org/" TargetMode="External"/><Relationship Id="rId3" Type="http://schemas.openxmlformats.org/officeDocument/2006/relationships/hyperlink" Target="http://www.numpy.org/" TargetMode="External"/><Relationship Id="rId7" Type="http://schemas.openxmlformats.org/officeDocument/2006/relationships/hyperlink" Target="https://matplotlib.org/"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hyperlink" Target="http://scikit-learn.org/stable/" TargetMode="External"/><Relationship Id="rId5" Type="http://schemas.openxmlformats.org/officeDocument/2006/relationships/hyperlink" Target="http://pandas.pydata.org/" TargetMode="External"/><Relationship Id="rId4" Type="http://schemas.openxmlformats.org/officeDocument/2006/relationships/hyperlink" Target="https://www.scipy.org/scipylib/" TargetMode="External"/><Relationship Id="rId9" Type="http://schemas.openxmlformats.org/officeDocument/2006/relationships/image" Target="../media/image27.jpe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21.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9.xml"/><Relationship Id="rId5" Type="http://schemas.openxmlformats.org/officeDocument/2006/relationships/image" Target="../media/image44.png"/><Relationship Id="rId4" Type="http://schemas.openxmlformats.org/officeDocument/2006/relationships/image" Target="../media/image43.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23.xm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10"/>
        <p:cNvGrpSpPr/>
        <p:nvPr/>
      </p:nvGrpSpPr>
      <p:grpSpPr>
        <a:xfrm>
          <a:off x="0" y="0"/>
          <a:ext cx="0" cy="0"/>
          <a:chOff x="0" y="0"/>
          <a:chExt cx="0" cy="0"/>
        </a:xfrm>
      </p:grpSpPr>
      <p:sp>
        <p:nvSpPr>
          <p:cNvPr id="2511" name="Google Shape;2511;p2"/>
          <p:cNvSpPr txBox="1">
            <a:spLocks noGrp="1"/>
          </p:cNvSpPr>
          <p:nvPr>
            <p:ph type="title"/>
          </p:nvPr>
        </p:nvSpPr>
        <p:spPr>
          <a:xfrm>
            <a:off x="5344886" y="2659467"/>
            <a:ext cx="6691152" cy="1068194"/>
          </a:xfrm>
          <a:prstGeom prst="rect">
            <a:avLst/>
          </a:prstGeom>
          <a:noFill/>
          <a:ln>
            <a:noFill/>
          </a:ln>
        </p:spPr>
        <p:txBody>
          <a:bodyPr spcFirstLastPara="1" wrap="square" lIns="91425" tIns="91425" rIns="91425" bIns="91425" anchor="ctr" anchorCtr="0">
            <a:noAutofit/>
          </a:bodyPr>
          <a:lstStyle/>
          <a:p>
            <a:pPr lvl="0"/>
            <a:r>
              <a:rPr lang="en-IE" sz="3200" smtClean="0"/>
              <a:t>Using pandas to get started with ALT2 </a:t>
            </a:r>
            <a:endParaRPr sz="4400" dirty="0"/>
          </a:p>
        </p:txBody>
      </p:sp>
      <p:sp>
        <p:nvSpPr>
          <p:cNvPr id="2" name="Slide Number Placeholder 1"/>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IE" sz="1600" b="1" i="0" u="none" strike="noStrike" kern="0" cap="none" spc="0" normalizeH="0" baseline="0" noProof="0" smtClean="0">
                <a:ln>
                  <a:noFill/>
                </a:ln>
                <a:solidFill>
                  <a:srgbClr val="595959"/>
                </a:solidFill>
                <a:effectLst/>
                <a:uLnTx/>
                <a:uFillTx/>
                <a:latin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IE" sz="1600" b="1" i="0" u="none" strike="noStrike" kern="0" cap="none" spc="0" normalizeH="0" baseline="0" noProof="0">
              <a:ln>
                <a:noFill/>
              </a:ln>
              <a:solidFill>
                <a:srgbClr val="595959"/>
              </a:solidFill>
              <a:effectLst/>
              <a:uLnTx/>
              <a:uFillTx/>
              <a:latin typeface="Calibri"/>
              <a:cs typeface="Calibri"/>
              <a:sym typeface="Calibri"/>
            </a:endParaRPr>
          </a:p>
        </p:txBody>
      </p:sp>
      <p:sp>
        <p:nvSpPr>
          <p:cNvPr id="5" name="Rectangle 4"/>
          <p:cNvSpPr/>
          <p:nvPr/>
        </p:nvSpPr>
        <p:spPr>
          <a:xfrm>
            <a:off x="7291493" y="4568333"/>
            <a:ext cx="2257349" cy="338554"/>
          </a:xfrm>
          <a:prstGeom prst="rect">
            <a:avLst/>
          </a:prstGeom>
        </p:spPr>
        <p:txBody>
          <a:bodyPr wrap="none">
            <a:spAutoFit/>
          </a:bodyPr>
          <a:lstStyle/>
          <a:p>
            <a:r>
              <a:rPr lang="en-IE" sz="1600" smtClean="0">
                <a:solidFill>
                  <a:srgbClr val="408763"/>
                </a:solidFill>
              </a:rPr>
              <a:t>by Joe English (PDST)</a:t>
            </a:r>
            <a:endParaRPr lang="en-IE" sz="1600">
              <a:solidFill>
                <a:srgbClr val="408763"/>
              </a:solidFill>
            </a:endParaRPr>
          </a:p>
        </p:txBody>
      </p:sp>
      <p:sp>
        <p:nvSpPr>
          <p:cNvPr id="7" name="Rectangle 6"/>
          <p:cNvSpPr/>
          <p:nvPr/>
        </p:nvSpPr>
        <p:spPr>
          <a:xfrm>
            <a:off x="6654359" y="3795565"/>
            <a:ext cx="4072205" cy="400110"/>
          </a:xfrm>
          <a:prstGeom prst="rect">
            <a:avLst/>
          </a:prstGeom>
        </p:spPr>
        <p:txBody>
          <a:bodyPr wrap="none">
            <a:spAutoFit/>
          </a:bodyPr>
          <a:lstStyle/>
          <a:p>
            <a:r>
              <a:rPr lang="en-IE" sz="2000" smtClean="0">
                <a:solidFill>
                  <a:srgbClr val="408763"/>
                </a:solidFill>
              </a:rPr>
              <a:t>A presentation for LCCS teachers </a:t>
            </a:r>
            <a:endParaRPr lang="en-IE" sz="2000"/>
          </a:p>
        </p:txBody>
      </p:sp>
      <p:sp>
        <p:nvSpPr>
          <p:cNvPr id="9" name="Rectangle 8"/>
          <p:cNvSpPr/>
          <p:nvPr/>
        </p:nvSpPr>
        <p:spPr>
          <a:xfrm>
            <a:off x="7124780" y="5279546"/>
            <a:ext cx="2852063" cy="369332"/>
          </a:xfrm>
          <a:prstGeom prst="rect">
            <a:avLst/>
          </a:prstGeom>
        </p:spPr>
        <p:txBody>
          <a:bodyPr wrap="none">
            <a:spAutoFit/>
          </a:bodyPr>
          <a:lstStyle/>
          <a:p>
            <a:r>
              <a:rPr lang="en-IE" smtClean="0">
                <a:solidFill>
                  <a:srgbClr val="408763"/>
                </a:solidFill>
              </a:rPr>
              <a:t>Spring 2021 CoP/Clusters</a:t>
            </a:r>
            <a:endParaRPr lang="en-IE"/>
          </a:p>
        </p:txBody>
      </p:sp>
    </p:spTree>
    <p:extLst>
      <p:ext uri="{BB962C8B-B14F-4D97-AF65-F5344CB8AC3E}">
        <p14:creationId xmlns:p14="http://schemas.microsoft.com/office/powerpoint/2010/main" val="4285620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34442" y="316076"/>
            <a:ext cx="4482244" cy="480131"/>
          </a:xfrm>
          <a:prstGeom prst="rect">
            <a:avLst/>
          </a:prstGeom>
          <a:noFill/>
          <a:ln>
            <a:noFill/>
          </a:ln>
        </p:spPr>
        <p:txBody>
          <a:bodyPr spcFirstLastPara="1" wrap="square" lIns="0" tIns="0" rIns="0" bIns="0" anchor="b" anchorCtr="0">
            <a:normAutofit/>
          </a:bodyPr>
          <a:lstStyle/>
          <a:p>
            <a:pPr>
              <a:lnSpc>
                <a:spcPct val="90000"/>
              </a:lnSpc>
              <a:buClr>
                <a:schemeClr val="accent2"/>
              </a:buClr>
              <a:buSzPts val="2800"/>
              <a:buFont typeface="Calibri"/>
              <a:buNone/>
            </a:pPr>
            <a:r>
              <a:rPr lang="en-IE" sz="2800" b="1" smtClean="0">
                <a:solidFill>
                  <a:schemeClr val="accent2"/>
                </a:solidFill>
                <a:latin typeface="Calibri"/>
                <a:ea typeface="Calibri"/>
                <a:cs typeface="Calibri"/>
                <a:sym typeface="Calibri"/>
              </a:rPr>
              <a:t>Applied Learning Task 2</a:t>
            </a:r>
            <a:endParaRPr lang="en-IE" sz="2800" b="1">
              <a:solidFill>
                <a:schemeClr val="accent2"/>
              </a:solidFill>
              <a:latin typeface="Calibri"/>
              <a:ea typeface="Calibri"/>
              <a:cs typeface="Calibri"/>
              <a:sym typeface="Calibri"/>
            </a:endParaRPr>
          </a:p>
        </p:txBody>
      </p:sp>
      <p:sp>
        <p:nvSpPr>
          <p:cNvPr id="6" name="Rectangle 5"/>
          <p:cNvSpPr/>
          <p:nvPr/>
        </p:nvSpPr>
        <p:spPr>
          <a:xfrm>
            <a:off x="4008612" y="5942568"/>
            <a:ext cx="3829101" cy="369332"/>
          </a:xfrm>
          <a:prstGeom prst="rect">
            <a:avLst/>
          </a:prstGeom>
        </p:spPr>
        <p:txBody>
          <a:bodyPr wrap="square">
            <a:spAutoFit/>
          </a:bodyPr>
          <a:lstStyle/>
          <a:p>
            <a:pPr algn="ctr"/>
            <a:r>
              <a:rPr lang="en-IE" smtClean="0"/>
              <a:t>Hypothesis vs. Dataset</a:t>
            </a:r>
            <a:endParaRPr lang="en-IE" dirty="0"/>
          </a:p>
        </p:txBody>
      </p:sp>
      <p:pic>
        <p:nvPicPr>
          <p:cNvPr id="17412" name="Picture 4" descr="Where to start? - Message in a drawin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329542" y="1434999"/>
            <a:ext cx="6872061" cy="4053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041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14" name="Shape 459">
            <a:extLst>
              <a:ext uri="{FF2B5EF4-FFF2-40B4-BE49-F238E27FC236}">
                <a16:creationId xmlns:a16="http://schemas.microsoft.com/office/drawing/2014/main" id="{CBEC10C1-978F-154B-BCC8-7FF497E70CA7}"/>
              </a:ext>
            </a:extLst>
          </p:cNvPr>
          <p:cNvSpPr txBox="1">
            <a:spLocks noGrp="1"/>
          </p:cNvSpPr>
          <p:nvPr>
            <p:ph type="title"/>
          </p:nvPr>
        </p:nvSpPr>
        <p:spPr>
          <a:xfrm>
            <a:off x="3115317" y="207662"/>
            <a:ext cx="5375396" cy="1143000"/>
          </a:xfrm>
          <a:prstGeom prst="rect">
            <a:avLst/>
          </a:prstGeom>
        </p:spPr>
        <p:txBody>
          <a:bodyPr spcFirstLastPara="1" wrap="square" lIns="91425" tIns="91425" rIns="91425" bIns="91425" anchor="ctr" anchorCtr="0">
            <a:noAutofit/>
          </a:bodyPr>
          <a:lstStyle/>
          <a:p>
            <a:pPr algn="ctr">
              <a:lnSpc>
                <a:spcPct val="115000"/>
              </a:lnSpc>
            </a:pPr>
            <a:r>
              <a:rPr lang="en-IE" sz="3200" smtClean="0">
                <a:latin typeface="Arial" panose="020B0604020202020204" pitchFamily="34" charset="0"/>
                <a:ea typeface="Calibri" panose="020F0502020204030204" pitchFamily="34" charset="0"/>
              </a:rPr>
              <a:t>The Data Cycle</a:t>
            </a:r>
            <a:br>
              <a:rPr lang="en-IE" sz="3200" smtClean="0">
                <a:latin typeface="Arial" panose="020B0604020202020204" pitchFamily="34" charset="0"/>
                <a:ea typeface="Calibri" panose="020F0502020204030204" pitchFamily="34" charset="0"/>
              </a:rPr>
            </a:br>
            <a:r>
              <a:rPr lang="en-IE" b="0" smtClean="0">
                <a:latin typeface="Arial" panose="020B0604020202020204" pitchFamily="34" charset="0"/>
                <a:ea typeface="Calibri" panose="020F0502020204030204" pitchFamily="34" charset="0"/>
              </a:rPr>
              <a:t>A framework for ALT2</a:t>
            </a:r>
            <a:endParaRPr lang="en-IE" sz="3200" b="0" dirty="0">
              <a:latin typeface="Calibri" panose="020F0502020204030204" pitchFamily="34" charset="0"/>
              <a:ea typeface="Calibri" panose="020F0502020204030204" pitchFamily="34" charset="0"/>
            </a:endParaRPr>
          </a:p>
        </p:txBody>
      </p:sp>
      <p:pic>
        <p:nvPicPr>
          <p:cNvPr id="2" name="Picture 1"/>
          <p:cNvPicPr>
            <a:picLocks noChangeAspect="1"/>
          </p:cNvPicPr>
          <p:nvPr/>
        </p:nvPicPr>
        <p:blipFill>
          <a:blip r:embed="rId3"/>
          <a:stretch>
            <a:fillRect/>
          </a:stretch>
        </p:blipFill>
        <p:spPr>
          <a:xfrm>
            <a:off x="3115317" y="1597181"/>
            <a:ext cx="5885392" cy="4674830"/>
          </a:xfrm>
          <a:prstGeom prst="rect">
            <a:avLst/>
          </a:prstGeom>
        </p:spPr>
      </p:pic>
    </p:spTree>
    <p:extLst>
      <p:ext uri="{BB962C8B-B14F-4D97-AF65-F5344CB8AC3E}">
        <p14:creationId xmlns:p14="http://schemas.microsoft.com/office/powerpoint/2010/main" val="257389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5"/>
          <p:cNvSpPr txBox="1">
            <a:spLocks noGrp="1"/>
          </p:cNvSpPr>
          <p:nvPr>
            <p:ph type="title"/>
          </p:nvPr>
        </p:nvSpPr>
        <p:spPr>
          <a:xfrm>
            <a:off x="1790281" y="485579"/>
            <a:ext cx="8302315" cy="655415"/>
          </a:xfrm>
          <a:prstGeom prst="rect">
            <a:avLst/>
          </a:prstGeom>
          <a:noFill/>
          <a:ln>
            <a:noFill/>
          </a:ln>
        </p:spPr>
        <p:txBody>
          <a:bodyPr spcFirstLastPara="1" wrap="square" lIns="91425" tIns="91425" rIns="91425" bIns="91425" anchor="ctr" anchorCtr="0">
            <a:noAutofit/>
          </a:bodyPr>
          <a:lstStyle/>
          <a:p>
            <a:pPr lvl="0" algn="ctr">
              <a:lnSpc>
                <a:spcPct val="100000"/>
              </a:lnSpc>
              <a:spcBef>
                <a:spcPts val="0"/>
              </a:spcBef>
              <a:buClr>
                <a:srgbClr val="418763"/>
              </a:buClr>
              <a:buSzPts val="4400"/>
            </a:pPr>
            <a:r>
              <a:rPr lang="en-US" sz="4000" b="1" dirty="0">
                <a:solidFill>
                  <a:srgbClr val="418763"/>
                </a:solidFill>
              </a:rPr>
              <a:t>Data Sets</a:t>
            </a:r>
            <a:endParaRPr sz="4000" dirty="0">
              <a:latin typeface="Arial"/>
              <a:ea typeface="Arial"/>
              <a:cs typeface="Arial"/>
              <a:sym typeface="Arial"/>
            </a:endParaRPr>
          </a:p>
        </p:txBody>
      </p:sp>
      <p:pic>
        <p:nvPicPr>
          <p:cNvPr id="239" name="Google Shape;239;p15"/>
          <p:cNvPicPr preferRelativeResize="0"/>
          <p:nvPr/>
        </p:nvPicPr>
        <p:blipFill rotWithShape="1">
          <a:blip r:embed="rId3">
            <a:alphaModFix/>
          </a:blip>
          <a:srcRect/>
          <a:stretch/>
        </p:blipFill>
        <p:spPr>
          <a:xfrm>
            <a:off x="5007353" y="2670086"/>
            <a:ext cx="1905000" cy="1955800"/>
          </a:xfrm>
          <a:prstGeom prst="rect">
            <a:avLst/>
          </a:prstGeom>
          <a:noFill/>
          <a:ln>
            <a:noFill/>
          </a:ln>
        </p:spPr>
      </p:pic>
      <p:pic>
        <p:nvPicPr>
          <p:cNvPr id="240" name="Google Shape;240;p15"/>
          <p:cNvPicPr preferRelativeResize="0"/>
          <p:nvPr/>
        </p:nvPicPr>
        <p:blipFill rotWithShape="1">
          <a:blip r:embed="rId4">
            <a:alphaModFix/>
          </a:blip>
          <a:srcRect/>
          <a:stretch/>
        </p:blipFill>
        <p:spPr>
          <a:xfrm>
            <a:off x="7629823" y="2360773"/>
            <a:ext cx="2253395" cy="1261902"/>
          </a:xfrm>
          <a:prstGeom prst="rect">
            <a:avLst/>
          </a:prstGeom>
          <a:noFill/>
          <a:ln>
            <a:noFill/>
          </a:ln>
        </p:spPr>
      </p:pic>
      <p:pic>
        <p:nvPicPr>
          <p:cNvPr id="241" name="Google Shape;241;p15"/>
          <p:cNvPicPr preferRelativeResize="0"/>
          <p:nvPr/>
        </p:nvPicPr>
        <p:blipFill rotWithShape="1">
          <a:blip r:embed="rId5" cstate="print">
            <a:alphaModFix/>
            <a:extLst>
              <a:ext uri="{28A0092B-C50C-407E-A947-70E740481C1C}">
                <a14:useLocalDpi xmlns:a14="http://schemas.microsoft.com/office/drawing/2010/main"/>
              </a:ext>
            </a:extLst>
          </a:blip>
          <a:srcRect/>
          <a:stretch/>
        </p:blipFill>
        <p:spPr>
          <a:xfrm>
            <a:off x="9914888" y="2564072"/>
            <a:ext cx="1817007" cy="1693820"/>
          </a:xfrm>
          <a:prstGeom prst="rect">
            <a:avLst/>
          </a:prstGeom>
          <a:noFill/>
          <a:ln>
            <a:noFill/>
          </a:ln>
        </p:spPr>
      </p:pic>
      <p:pic>
        <p:nvPicPr>
          <p:cNvPr id="242" name="Google Shape;242;p15"/>
          <p:cNvPicPr preferRelativeResize="0"/>
          <p:nvPr/>
        </p:nvPicPr>
        <p:blipFill rotWithShape="1">
          <a:blip r:embed="rId6">
            <a:alphaModFix/>
          </a:blip>
          <a:srcRect/>
          <a:stretch/>
        </p:blipFill>
        <p:spPr>
          <a:xfrm>
            <a:off x="4664453" y="1534851"/>
            <a:ext cx="2590800" cy="774700"/>
          </a:xfrm>
          <a:prstGeom prst="rect">
            <a:avLst/>
          </a:prstGeom>
          <a:noFill/>
          <a:ln>
            <a:noFill/>
          </a:ln>
        </p:spPr>
      </p:pic>
      <p:pic>
        <p:nvPicPr>
          <p:cNvPr id="243" name="Google Shape;243;p15"/>
          <p:cNvPicPr preferRelativeResize="0"/>
          <p:nvPr/>
        </p:nvPicPr>
        <p:blipFill rotWithShape="1">
          <a:blip r:embed="rId7" cstate="print">
            <a:alphaModFix/>
            <a:extLst>
              <a:ext uri="{28A0092B-C50C-407E-A947-70E740481C1C}">
                <a14:useLocalDpi xmlns:a14="http://schemas.microsoft.com/office/drawing/2010/main"/>
              </a:ext>
            </a:extLst>
          </a:blip>
          <a:srcRect/>
          <a:stretch/>
        </p:blipFill>
        <p:spPr>
          <a:xfrm>
            <a:off x="8330494" y="227155"/>
            <a:ext cx="2741517" cy="1827678"/>
          </a:xfrm>
          <a:prstGeom prst="rect">
            <a:avLst/>
          </a:prstGeom>
          <a:noFill/>
          <a:ln>
            <a:noFill/>
          </a:ln>
        </p:spPr>
      </p:pic>
      <p:pic>
        <p:nvPicPr>
          <p:cNvPr id="244" name="Google Shape;244;p15"/>
          <p:cNvPicPr preferRelativeResize="0"/>
          <p:nvPr/>
        </p:nvPicPr>
        <p:blipFill rotWithShape="1">
          <a:blip r:embed="rId8" cstate="print">
            <a:alphaModFix/>
            <a:extLst>
              <a:ext uri="{28A0092B-C50C-407E-A947-70E740481C1C}">
                <a14:useLocalDpi xmlns:a14="http://schemas.microsoft.com/office/drawing/2010/main"/>
              </a:ext>
            </a:extLst>
          </a:blip>
          <a:srcRect/>
          <a:stretch/>
        </p:blipFill>
        <p:spPr>
          <a:xfrm>
            <a:off x="8791058" y="4721424"/>
            <a:ext cx="1410758" cy="1436622"/>
          </a:xfrm>
          <a:prstGeom prst="rect">
            <a:avLst/>
          </a:prstGeom>
          <a:noFill/>
          <a:ln>
            <a:noFill/>
          </a:ln>
        </p:spPr>
      </p:pic>
      <p:pic>
        <p:nvPicPr>
          <p:cNvPr id="245" name="Google Shape;245;p15"/>
          <p:cNvPicPr preferRelativeResize="0"/>
          <p:nvPr/>
        </p:nvPicPr>
        <p:blipFill rotWithShape="1">
          <a:blip r:embed="rId9" cstate="print">
            <a:alphaModFix/>
            <a:extLst>
              <a:ext uri="{28A0092B-C50C-407E-A947-70E740481C1C}">
                <a14:useLocalDpi xmlns:a14="http://schemas.microsoft.com/office/drawing/2010/main"/>
              </a:ext>
            </a:extLst>
          </a:blip>
          <a:srcRect/>
          <a:stretch/>
        </p:blipFill>
        <p:spPr>
          <a:xfrm>
            <a:off x="929287" y="5082063"/>
            <a:ext cx="2828357" cy="877896"/>
          </a:xfrm>
          <a:prstGeom prst="rect">
            <a:avLst/>
          </a:prstGeom>
          <a:noFill/>
          <a:ln>
            <a:noFill/>
          </a:ln>
        </p:spPr>
      </p:pic>
      <p:pic>
        <p:nvPicPr>
          <p:cNvPr id="246" name="Google Shape;246;p15"/>
          <p:cNvPicPr preferRelativeResize="0"/>
          <p:nvPr/>
        </p:nvPicPr>
        <p:blipFill rotWithShape="1">
          <a:blip r:embed="rId10">
            <a:alphaModFix/>
          </a:blip>
          <a:srcRect/>
          <a:stretch/>
        </p:blipFill>
        <p:spPr>
          <a:xfrm>
            <a:off x="940557" y="2670086"/>
            <a:ext cx="2619375" cy="800100"/>
          </a:xfrm>
          <a:prstGeom prst="rect">
            <a:avLst/>
          </a:prstGeom>
          <a:noFill/>
          <a:ln>
            <a:noFill/>
          </a:ln>
        </p:spPr>
      </p:pic>
      <p:pic>
        <p:nvPicPr>
          <p:cNvPr id="25" name="Picture 24">
            <a:extLst>
              <a:ext uri="{FF2B5EF4-FFF2-40B4-BE49-F238E27FC236}">
                <a16:creationId xmlns:a16="http://schemas.microsoft.com/office/drawing/2014/main" id="{F8AE6DCD-32FC-47A1-B643-91EF8EC6DD8D}"/>
              </a:ext>
            </a:extLst>
          </p:cNvPr>
          <p:cNvPicPr/>
          <p:nvPr/>
        </p:nvPicPr>
        <p:blipFill rotWithShape="1">
          <a:blip r:embed="rId11" cstate="print">
            <a:extLst>
              <a:ext uri="{28A0092B-C50C-407E-A947-70E740481C1C}">
                <a14:useLocalDpi xmlns:a14="http://schemas.microsoft.com/office/drawing/2010/main"/>
              </a:ext>
            </a:extLst>
          </a:blip>
          <a:srcRect/>
          <a:stretch/>
        </p:blipFill>
        <p:spPr bwMode="auto">
          <a:xfrm>
            <a:off x="1069066" y="1032935"/>
            <a:ext cx="2153374" cy="945311"/>
          </a:xfrm>
          <a:prstGeom prst="rect">
            <a:avLst/>
          </a:prstGeom>
          <a:ln>
            <a:noFill/>
          </a:ln>
          <a:extLst>
            <a:ext uri="{53640926-AAD7-44D8-BBD7-CCE9431645EC}">
              <a14:shadowObscured xmlns:a14="http://schemas.microsoft.com/office/drawing/2010/main"/>
            </a:ext>
          </a:extLst>
        </p:spPr>
      </p:pic>
      <p:pic>
        <p:nvPicPr>
          <p:cNvPr id="26" name="Picture 25">
            <a:extLst>
              <a:ext uri="{FF2B5EF4-FFF2-40B4-BE49-F238E27FC236}">
                <a16:creationId xmlns:a16="http://schemas.microsoft.com/office/drawing/2014/main" id="{C438C305-5F84-4606-80A0-1F434989F765}"/>
              </a:ext>
            </a:extLst>
          </p:cNvPr>
          <p:cNvPicPr/>
          <p:nvPr/>
        </p:nvPicPr>
        <p:blipFill rotWithShape="1">
          <a:blip r:embed="rId12" cstate="print">
            <a:extLst>
              <a:ext uri="{28A0092B-C50C-407E-A947-70E740481C1C}">
                <a14:useLocalDpi xmlns:a14="http://schemas.microsoft.com/office/drawing/2010/main"/>
              </a:ext>
            </a:extLst>
          </a:blip>
          <a:srcRect/>
          <a:stretch/>
        </p:blipFill>
        <p:spPr bwMode="auto">
          <a:xfrm>
            <a:off x="4529649" y="4935799"/>
            <a:ext cx="3546208" cy="1436622"/>
          </a:xfrm>
          <a:prstGeom prst="rect">
            <a:avLst/>
          </a:prstGeom>
          <a:ln>
            <a:noFill/>
          </a:ln>
          <a:extLst>
            <a:ext uri="{53640926-AAD7-44D8-BBD7-CCE9431645EC}">
              <a14:shadowObscured xmlns:a14="http://schemas.microsoft.com/office/drawing/2010/main"/>
            </a:ext>
          </a:extLst>
        </p:spPr>
      </p:pic>
      <p:pic>
        <p:nvPicPr>
          <p:cNvPr id="27" name="Picture 26">
            <a:extLst>
              <a:ext uri="{FF2B5EF4-FFF2-40B4-BE49-F238E27FC236}">
                <a16:creationId xmlns:a16="http://schemas.microsoft.com/office/drawing/2014/main" id="{3BB3D5D2-4FBF-4336-BB21-CFA58123929B}"/>
              </a:ext>
            </a:extLst>
          </p:cNvPr>
          <p:cNvPicPr/>
          <p:nvPr/>
        </p:nvPicPr>
        <p:blipFill rotWithShape="1">
          <a:blip r:embed="rId13" cstate="print">
            <a:extLst>
              <a:ext uri="{28A0092B-C50C-407E-A947-70E740481C1C}">
                <a14:useLocalDpi xmlns:a14="http://schemas.microsoft.com/office/drawing/2010/main"/>
              </a:ext>
            </a:extLst>
          </a:blip>
          <a:srcRect/>
          <a:stretch/>
        </p:blipFill>
        <p:spPr bwMode="auto">
          <a:xfrm>
            <a:off x="929287" y="3978904"/>
            <a:ext cx="2828357" cy="54432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097714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41FDE85-EAA2-4F8C-A5BE-F0EF239AFBF1}"/>
              </a:ext>
            </a:extLst>
          </p:cNvPr>
          <p:cNvSpPr txBox="1">
            <a:spLocks/>
          </p:cNvSpPr>
          <p:nvPr/>
        </p:nvSpPr>
        <p:spPr>
          <a:xfrm>
            <a:off x="838200" y="2719726"/>
            <a:ext cx="10515600" cy="2855451"/>
          </a:xfrm>
          <a:prstGeom prst="rect">
            <a:avLst/>
          </a:prstGeom>
          <a:noFill/>
          <a:ln>
            <a:noFill/>
          </a:ln>
        </p:spPr>
        <p:txBody>
          <a:bodyPr spcFirstLastPara="1" wrap="square" lIns="0" tIns="0" rIns="0" bIns="0" anchor="t" anchorCtr="0">
            <a:normAutofit lnSpcReduction="10000"/>
          </a:bodyPr>
          <a:lstStyle>
            <a:defPPr marR="0" lvl="0" algn="l" rtl="0">
              <a:lnSpc>
                <a:spcPct val="100000"/>
              </a:lnSpc>
              <a:spcBef>
                <a:spcPts val="0"/>
              </a:spcBef>
              <a:spcAft>
                <a:spcPts val="0"/>
              </a:spcAft>
            </a:defPPr>
            <a:lvl1pPr marL="457200" marR="0" lvl="0" indent="-228600" algn="l" rtl="0">
              <a:lnSpc>
                <a:spcPct val="90000"/>
              </a:lnSpc>
              <a:spcBef>
                <a:spcPts val="400"/>
              </a:spcBef>
              <a:spcAft>
                <a:spcPts val="0"/>
              </a:spcAft>
              <a:buClr>
                <a:schemeClr val="dk2"/>
              </a:buClr>
              <a:buSzPts val="2000"/>
              <a:buFont typeface="Arial"/>
              <a:buNone/>
              <a:defRPr sz="2000" b="0" i="0" u="none" strike="noStrike" cap="none">
                <a:solidFill>
                  <a:schemeClr val="dk2"/>
                </a:solidFill>
                <a:latin typeface="Calibri"/>
                <a:ea typeface="Calibri"/>
                <a:cs typeface="Calibri"/>
                <a:sym typeface="Calibri"/>
              </a:defRPr>
            </a:lvl1pPr>
            <a:lvl2pPr marL="914400" marR="0" lvl="1" indent="-228600" algn="l" rtl="0">
              <a:lnSpc>
                <a:spcPct val="90000"/>
              </a:lnSpc>
              <a:spcBef>
                <a:spcPts val="400"/>
              </a:spcBef>
              <a:spcAft>
                <a:spcPts val="0"/>
              </a:spcAft>
              <a:buClr>
                <a:schemeClr val="dk2"/>
              </a:buClr>
              <a:buSzPts val="1800"/>
              <a:buFont typeface="Arial"/>
              <a:buNone/>
              <a:defRPr sz="1800" b="0" i="0" u="none" strike="noStrike" cap="none">
                <a:solidFill>
                  <a:schemeClr val="dk2"/>
                </a:solidFill>
                <a:latin typeface="Calibri"/>
                <a:ea typeface="Calibri"/>
                <a:cs typeface="Calibri"/>
                <a:sym typeface="Calibri"/>
              </a:defRPr>
            </a:lvl2pPr>
            <a:lvl3pPr marL="1371600" marR="0" lvl="2" indent="-342900" algn="l" rtl="0">
              <a:lnSpc>
                <a:spcPct val="90000"/>
              </a:lnSpc>
              <a:spcBef>
                <a:spcPts val="400"/>
              </a:spcBef>
              <a:spcAft>
                <a:spcPts val="0"/>
              </a:spcAft>
              <a:buClr>
                <a:schemeClr val="accent2"/>
              </a:buClr>
              <a:buSzPts val="1800"/>
              <a:buFont typeface="Arial"/>
              <a:buChar char="•"/>
              <a:defRPr sz="1800" b="1" i="0" u="none" strike="noStrike" cap="none">
                <a:solidFill>
                  <a:schemeClr val="dk2"/>
                </a:solidFill>
                <a:latin typeface="Calibri"/>
                <a:ea typeface="Calibri"/>
                <a:cs typeface="Calibri"/>
                <a:sym typeface="Calibri"/>
              </a:defRPr>
            </a:lvl3pPr>
            <a:lvl4pPr marL="1828800" marR="0" lvl="3" indent="-330200" algn="l" rtl="0">
              <a:lnSpc>
                <a:spcPct val="90000"/>
              </a:lnSpc>
              <a:spcBef>
                <a:spcPts val="400"/>
              </a:spcBef>
              <a:spcAft>
                <a:spcPts val="0"/>
              </a:spcAft>
              <a:buClr>
                <a:schemeClr val="accent2"/>
              </a:buClr>
              <a:buSzPts val="1600"/>
              <a:buFont typeface="Arial"/>
              <a:buChar char="•"/>
              <a:defRPr sz="1600" b="0" i="0" u="none" strike="noStrike" cap="none">
                <a:solidFill>
                  <a:schemeClr val="dk2"/>
                </a:solidFill>
                <a:latin typeface="Calibri"/>
                <a:ea typeface="Calibri"/>
                <a:cs typeface="Calibri"/>
                <a:sym typeface="Calibri"/>
              </a:defRPr>
            </a:lvl4pPr>
            <a:lvl5pPr marL="2286000" marR="0" lvl="4" indent="-228600" algn="l" rtl="0">
              <a:lnSpc>
                <a:spcPct val="90000"/>
              </a:lnSpc>
              <a:spcBef>
                <a:spcPts val="800"/>
              </a:spcBef>
              <a:spcAft>
                <a:spcPts val="0"/>
              </a:spcAft>
              <a:buClr>
                <a:schemeClr val="dk2"/>
              </a:buClr>
              <a:buSzPts val="2000"/>
              <a:buFont typeface="Arial"/>
              <a:buNone/>
              <a:defRPr sz="2000" b="1" i="0" u="none" strike="noStrike" cap="none">
                <a:solidFill>
                  <a:schemeClr val="dk2"/>
                </a:solidFill>
                <a:latin typeface="Calibri"/>
                <a:ea typeface="Calibri"/>
                <a:cs typeface="Calibri"/>
                <a:sym typeface="Calibri"/>
              </a:defRPr>
            </a:lvl5pPr>
            <a:lvl6pPr marL="2743200" marR="0" lvl="5" indent="-342900" algn="l" rtl="0">
              <a:lnSpc>
                <a:spcPct val="90000"/>
              </a:lnSpc>
              <a:spcBef>
                <a:spcPts val="500"/>
              </a:spcBef>
              <a:spcAft>
                <a:spcPts val="0"/>
              </a:spcAft>
              <a:buClr>
                <a:srgbClr val="FF0000"/>
              </a:buClr>
              <a:buSzPts val="1800"/>
              <a:buFont typeface="Arial"/>
              <a:buChar char="•"/>
              <a:defRPr sz="1800" b="0" i="0" u="none" strike="noStrike" cap="none">
                <a:solidFill>
                  <a:srgbClr val="FF0000"/>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r>
              <a:rPr lang="en-GB" sz="2800" kern="0" dirty="0"/>
              <a:t>Searchable repository of user-generated datasets (and data challenges)</a:t>
            </a:r>
          </a:p>
          <a:p>
            <a:pPr marL="0" indent="0"/>
            <a:endParaRPr lang="en-GB" sz="2800" kern="0" dirty="0"/>
          </a:p>
          <a:p>
            <a:pPr marL="0" indent="0"/>
            <a:r>
              <a:rPr lang="en-GB" sz="2800" kern="0" dirty="0"/>
              <a:t>Detailed and user-friendly search function</a:t>
            </a:r>
          </a:p>
          <a:p>
            <a:pPr marL="0" indent="0"/>
            <a:endParaRPr lang="en-GB" sz="2800" kern="0" dirty="0"/>
          </a:p>
          <a:p>
            <a:pPr marL="0" indent="0"/>
            <a:r>
              <a:rPr lang="en-GB" sz="2800" kern="0" dirty="0"/>
              <a:t>Free courses on Python, Machine Learning, Pandas, SQL, </a:t>
            </a:r>
            <a:r>
              <a:rPr lang="en-GB" sz="2800" kern="0"/>
              <a:t>etc</a:t>
            </a:r>
            <a:r>
              <a:rPr lang="en-GB" sz="2800" kern="0" smtClean="0"/>
              <a:t>.</a:t>
            </a:r>
            <a:endParaRPr lang="en-GB" kern="0" dirty="0"/>
          </a:p>
          <a:p>
            <a:pPr marL="0" indent="0"/>
            <a:endParaRPr lang="en-IE" sz="2800" kern="0"/>
          </a:p>
          <a:p>
            <a:pPr marL="0" indent="0"/>
            <a:r>
              <a:rPr lang="en-GB" sz="2800" kern="0" smtClean="0"/>
              <a:t>We will explore a FIFA 21 player dataset</a:t>
            </a:r>
            <a:endParaRPr lang="en-GB" sz="2800" kern="0"/>
          </a:p>
          <a:p>
            <a:pPr marL="0" indent="0"/>
            <a:endParaRPr lang="en-IE" kern="0" dirty="0"/>
          </a:p>
        </p:txBody>
      </p:sp>
      <p:pic>
        <p:nvPicPr>
          <p:cNvPr id="3" name="Picture 2">
            <a:extLst>
              <a:ext uri="{FF2B5EF4-FFF2-40B4-BE49-F238E27FC236}">
                <a16:creationId xmlns:a16="http://schemas.microsoft.com/office/drawing/2014/main" id="{BF7638F5-05F9-4720-9950-74D637189652}"/>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836281" y="410057"/>
            <a:ext cx="4519437" cy="1745531"/>
          </a:xfrm>
          <a:prstGeom prst="rect">
            <a:avLst/>
          </a:prstGeom>
        </p:spPr>
      </p:pic>
    </p:spTree>
    <p:extLst>
      <p:ext uri="{BB962C8B-B14F-4D97-AF65-F5344CB8AC3E}">
        <p14:creationId xmlns:p14="http://schemas.microsoft.com/office/powerpoint/2010/main" val="3690678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77755" y="1374753"/>
            <a:ext cx="11364748" cy="2653758"/>
          </a:xfrm>
          <a:prstGeom prst="rect">
            <a:avLst/>
          </a:prstGeom>
        </p:spPr>
      </p:pic>
      <p:pic>
        <p:nvPicPr>
          <p:cNvPr id="5" name="Picture 4"/>
          <p:cNvPicPr>
            <a:picLocks noChangeAspect="1"/>
          </p:cNvPicPr>
          <p:nvPr/>
        </p:nvPicPr>
        <p:blipFill>
          <a:blip r:embed="rId4"/>
          <a:stretch>
            <a:fillRect/>
          </a:stretch>
        </p:blipFill>
        <p:spPr>
          <a:xfrm>
            <a:off x="290669" y="4365337"/>
            <a:ext cx="11792474" cy="1193427"/>
          </a:xfrm>
          <a:prstGeom prst="rect">
            <a:avLst/>
          </a:prstGeom>
        </p:spPr>
      </p:pic>
      <p:sp>
        <p:nvSpPr>
          <p:cNvPr id="6" name="Title 2"/>
          <p:cNvSpPr>
            <a:spLocks noGrp="1"/>
          </p:cNvSpPr>
          <p:nvPr>
            <p:ph type="title"/>
          </p:nvPr>
        </p:nvSpPr>
        <p:spPr>
          <a:xfrm>
            <a:off x="290669" y="410363"/>
            <a:ext cx="6107300" cy="400023"/>
          </a:xfrm>
        </p:spPr>
        <p:txBody>
          <a:bodyPr>
            <a:noAutofit/>
          </a:bodyPr>
          <a:lstStyle/>
          <a:p>
            <a:r>
              <a:rPr lang="en-IE" sz="3600" smtClean="0"/>
              <a:t>Fifa 21 player dataset</a:t>
            </a:r>
            <a:endParaRPr lang="en-IE" sz="3600" dirty="0"/>
          </a:p>
        </p:txBody>
      </p:sp>
      <p:sp>
        <p:nvSpPr>
          <p:cNvPr id="2" name="Rectangle 1"/>
          <p:cNvSpPr/>
          <p:nvPr/>
        </p:nvSpPr>
        <p:spPr>
          <a:xfrm>
            <a:off x="165897" y="6494305"/>
            <a:ext cx="5679731" cy="276999"/>
          </a:xfrm>
          <a:prstGeom prst="rect">
            <a:avLst/>
          </a:prstGeom>
        </p:spPr>
        <p:txBody>
          <a:bodyPr wrap="square">
            <a:spAutoFit/>
          </a:bodyPr>
          <a:lstStyle/>
          <a:p>
            <a:r>
              <a:rPr lang="en-IE" sz="1200" smtClean="0"/>
              <a:t>Source:</a:t>
            </a:r>
            <a:r>
              <a:rPr lang="en-IE" sz="1200"/>
              <a:t> </a:t>
            </a:r>
            <a:r>
              <a:rPr lang="en-IE" sz="1200">
                <a:hlinkClick r:id="rId5"/>
              </a:rPr>
              <a:t>https://www.kaggle.com/stefanoleone992/fifa-21-complete-player-dataset</a:t>
            </a:r>
            <a:endParaRPr lang="en-IE" sz="1200"/>
          </a:p>
        </p:txBody>
      </p:sp>
    </p:spTree>
    <p:extLst>
      <p:ext uri="{BB962C8B-B14F-4D97-AF65-F5344CB8AC3E}">
        <p14:creationId xmlns:p14="http://schemas.microsoft.com/office/powerpoint/2010/main" val="3331460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a:spLocks noGrp="1"/>
          </p:cNvSpPr>
          <p:nvPr>
            <p:ph type="title"/>
          </p:nvPr>
        </p:nvSpPr>
        <p:spPr>
          <a:xfrm>
            <a:off x="290669" y="410363"/>
            <a:ext cx="6107300" cy="400023"/>
          </a:xfrm>
        </p:spPr>
        <p:txBody>
          <a:bodyPr>
            <a:noAutofit/>
          </a:bodyPr>
          <a:lstStyle/>
          <a:p>
            <a:r>
              <a:rPr lang="en-IE" sz="3600" smtClean="0"/>
              <a:t>Pandas</a:t>
            </a:r>
            <a:endParaRPr lang="en-IE" sz="3600" dirty="0"/>
          </a:p>
        </p:txBody>
      </p:sp>
      <p:sp>
        <p:nvSpPr>
          <p:cNvPr id="7" name="Content Placeholder 2"/>
          <p:cNvSpPr txBox="1">
            <a:spLocks/>
          </p:cNvSpPr>
          <p:nvPr/>
        </p:nvSpPr>
        <p:spPr>
          <a:xfrm>
            <a:off x="290669" y="1020082"/>
            <a:ext cx="6836229" cy="4351338"/>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400"/>
              </a:spcBef>
              <a:spcAft>
                <a:spcPts val="0"/>
              </a:spcAft>
              <a:buClr>
                <a:schemeClr val="dk2"/>
              </a:buClr>
              <a:buSzPts val="2000"/>
              <a:buFont typeface="Arial"/>
              <a:buNone/>
              <a:defRPr sz="2000" b="0" i="0" u="none" strike="noStrike" cap="none">
                <a:solidFill>
                  <a:schemeClr val="dk2"/>
                </a:solidFill>
                <a:latin typeface="Calibri"/>
                <a:ea typeface="Calibri"/>
                <a:cs typeface="Calibri"/>
                <a:sym typeface="Calibri"/>
              </a:defRPr>
            </a:lvl1pPr>
            <a:lvl2pPr marL="914400" marR="0" lvl="1" indent="-228600" algn="l" rtl="0">
              <a:lnSpc>
                <a:spcPct val="90000"/>
              </a:lnSpc>
              <a:spcBef>
                <a:spcPts val="400"/>
              </a:spcBef>
              <a:spcAft>
                <a:spcPts val="0"/>
              </a:spcAft>
              <a:buClr>
                <a:schemeClr val="dk2"/>
              </a:buClr>
              <a:buSzPts val="1800"/>
              <a:buFont typeface="Arial"/>
              <a:buNone/>
              <a:defRPr sz="1800" b="0" i="0" u="none" strike="noStrike" cap="none">
                <a:solidFill>
                  <a:schemeClr val="dk2"/>
                </a:solidFill>
                <a:latin typeface="Calibri"/>
                <a:ea typeface="Calibri"/>
                <a:cs typeface="Calibri"/>
                <a:sym typeface="Calibri"/>
              </a:defRPr>
            </a:lvl2pPr>
            <a:lvl3pPr marL="1371600" marR="0" lvl="2" indent="-342900" algn="l" rtl="0">
              <a:lnSpc>
                <a:spcPct val="90000"/>
              </a:lnSpc>
              <a:spcBef>
                <a:spcPts val="400"/>
              </a:spcBef>
              <a:spcAft>
                <a:spcPts val="0"/>
              </a:spcAft>
              <a:buClr>
                <a:schemeClr val="accent2"/>
              </a:buClr>
              <a:buSzPts val="1800"/>
              <a:buFont typeface="Arial"/>
              <a:buChar char="•"/>
              <a:defRPr sz="1800" b="1" i="0" u="none" strike="noStrike" cap="none">
                <a:solidFill>
                  <a:schemeClr val="dk2"/>
                </a:solidFill>
                <a:latin typeface="Calibri"/>
                <a:ea typeface="Calibri"/>
                <a:cs typeface="Calibri"/>
                <a:sym typeface="Calibri"/>
              </a:defRPr>
            </a:lvl3pPr>
            <a:lvl4pPr marL="1828800" marR="0" lvl="3" indent="-330200" algn="l" rtl="0">
              <a:lnSpc>
                <a:spcPct val="90000"/>
              </a:lnSpc>
              <a:spcBef>
                <a:spcPts val="400"/>
              </a:spcBef>
              <a:spcAft>
                <a:spcPts val="0"/>
              </a:spcAft>
              <a:buClr>
                <a:schemeClr val="accent2"/>
              </a:buClr>
              <a:buSzPts val="1600"/>
              <a:buFont typeface="Arial"/>
              <a:buChar char="•"/>
              <a:defRPr sz="1600" b="0" i="0" u="none" strike="noStrike" cap="none">
                <a:solidFill>
                  <a:schemeClr val="dk2"/>
                </a:solidFill>
                <a:latin typeface="Calibri"/>
                <a:ea typeface="Calibri"/>
                <a:cs typeface="Calibri"/>
                <a:sym typeface="Calibri"/>
              </a:defRPr>
            </a:lvl4pPr>
            <a:lvl5pPr marL="2286000" marR="0" lvl="4" indent="-228600" algn="l" rtl="0">
              <a:lnSpc>
                <a:spcPct val="90000"/>
              </a:lnSpc>
              <a:spcBef>
                <a:spcPts val="800"/>
              </a:spcBef>
              <a:spcAft>
                <a:spcPts val="0"/>
              </a:spcAft>
              <a:buClr>
                <a:schemeClr val="dk2"/>
              </a:buClr>
              <a:buSzPts val="2000"/>
              <a:buFont typeface="Arial"/>
              <a:buNone/>
              <a:defRPr sz="2000" b="1" i="0" u="none" strike="noStrike" cap="none">
                <a:solidFill>
                  <a:schemeClr val="dk2"/>
                </a:solidFill>
                <a:latin typeface="Calibri"/>
                <a:ea typeface="Calibri"/>
                <a:cs typeface="Calibri"/>
                <a:sym typeface="Calibri"/>
              </a:defRPr>
            </a:lvl5pPr>
            <a:lvl6pPr marL="2743200" marR="0" lvl="5" indent="-342900" algn="l" rtl="0">
              <a:lnSpc>
                <a:spcPct val="90000"/>
              </a:lnSpc>
              <a:spcBef>
                <a:spcPts val="500"/>
              </a:spcBef>
              <a:spcAft>
                <a:spcPts val="0"/>
              </a:spcAft>
              <a:buClr>
                <a:srgbClr val="FF0000"/>
              </a:buClr>
              <a:buSzPts val="1800"/>
              <a:buFont typeface="Arial"/>
              <a:buChar char="•"/>
              <a:defRPr sz="1800" b="0" i="0" u="none" strike="noStrike" cap="none">
                <a:solidFill>
                  <a:srgbClr val="FF0000"/>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r>
              <a:rPr lang="en-US" sz="3200" kern="0" smtClean="0"/>
              <a:t>Many popular Python libraries:</a:t>
            </a:r>
          </a:p>
          <a:p>
            <a:pPr lvl="1"/>
            <a:r>
              <a:rPr lang="en-US" sz="2800" kern="0" smtClean="0"/>
              <a:t>NumPy </a:t>
            </a:r>
            <a:r>
              <a:rPr lang="en-US" sz="2800" smtClean="0">
                <a:hlinkClick r:id="rId3"/>
              </a:rPr>
              <a:t>http</a:t>
            </a:r>
            <a:r>
              <a:rPr lang="en-US" sz="2800">
                <a:hlinkClick r:id="rId3"/>
              </a:rPr>
              <a:t>://www.numpy.org/</a:t>
            </a:r>
            <a:endParaRPr lang="en-US" sz="2800"/>
          </a:p>
          <a:p>
            <a:pPr lvl="1"/>
            <a:r>
              <a:rPr lang="en-US" sz="2800" kern="0" smtClean="0"/>
              <a:t>SciPy </a:t>
            </a:r>
            <a:r>
              <a:rPr lang="en-US" sz="2800">
                <a:hlinkClick r:id="rId4"/>
              </a:rPr>
              <a:t>https://www.scipy.org/scipylib/</a:t>
            </a:r>
            <a:endParaRPr lang="en-US" sz="2800"/>
          </a:p>
          <a:p>
            <a:pPr lvl="1"/>
            <a:r>
              <a:rPr lang="en-US" sz="2800" b="1" kern="0" smtClean="0">
                <a:solidFill>
                  <a:srgbClr val="FF0000"/>
                </a:solidFill>
              </a:rPr>
              <a:t>Pandas </a:t>
            </a:r>
            <a:r>
              <a:rPr lang="en-US" sz="2800">
                <a:hlinkClick r:id="rId5"/>
              </a:rPr>
              <a:t>http://pandas.pydata.org/</a:t>
            </a:r>
            <a:endParaRPr lang="en-US" sz="2800"/>
          </a:p>
          <a:p>
            <a:pPr lvl="1"/>
            <a:r>
              <a:rPr lang="en-US" sz="2800" kern="0" smtClean="0"/>
              <a:t>SciKit-Learn </a:t>
            </a:r>
            <a:r>
              <a:rPr lang="en-US" sz="2800">
                <a:hlinkClick r:id="rId6"/>
              </a:rPr>
              <a:t>http://scikit-learn.org/</a:t>
            </a:r>
            <a:endParaRPr lang="en-US" sz="2800" kern="0" smtClean="0"/>
          </a:p>
          <a:p>
            <a:pPr marL="457200" lvl="1" indent="0"/>
            <a:endParaRPr lang="en-US" sz="2800" kern="0" smtClean="0"/>
          </a:p>
          <a:p>
            <a:pPr marL="0" indent="0"/>
            <a:r>
              <a:rPr lang="en-US" sz="3200" kern="0" smtClean="0"/>
              <a:t>Visualisation libraries</a:t>
            </a:r>
          </a:p>
          <a:p>
            <a:pPr lvl="1"/>
            <a:r>
              <a:rPr lang="en-US" sz="2800" kern="0">
                <a:solidFill>
                  <a:srgbClr val="FF0000"/>
                </a:solidFill>
              </a:rPr>
              <a:t>m</a:t>
            </a:r>
            <a:r>
              <a:rPr lang="en-US" sz="2800" kern="0" smtClean="0">
                <a:solidFill>
                  <a:srgbClr val="FF0000"/>
                </a:solidFill>
              </a:rPr>
              <a:t>atplotlib </a:t>
            </a:r>
            <a:r>
              <a:rPr lang="en-US" sz="2800">
                <a:hlinkClick r:id="rId7"/>
              </a:rPr>
              <a:t>https://matplotlib.org/</a:t>
            </a:r>
            <a:endParaRPr lang="en-US" sz="2800"/>
          </a:p>
          <a:p>
            <a:pPr lvl="1"/>
            <a:r>
              <a:rPr lang="en-US" sz="2800" kern="0" smtClean="0"/>
              <a:t>Seaborn </a:t>
            </a:r>
            <a:r>
              <a:rPr lang="en-US" sz="2800">
                <a:hlinkClick r:id="rId8"/>
              </a:rPr>
              <a:t>https://seaborn.pydata.org/</a:t>
            </a:r>
            <a:endParaRPr lang="en-US" sz="2800" kern="0" smtClean="0"/>
          </a:p>
          <a:p>
            <a:pPr lvl="1"/>
            <a:endParaRPr lang="en-US" sz="2800" kern="0" smtClean="0"/>
          </a:p>
        </p:txBody>
      </p:sp>
      <p:sp>
        <p:nvSpPr>
          <p:cNvPr id="2" name="Rectangle 1"/>
          <p:cNvSpPr/>
          <p:nvPr/>
        </p:nvSpPr>
        <p:spPr>
          <a:xfrm>
            <a:off x="5861154" y="5798830"/>
            <a:ext cx="6629400" cy="369332"/>
          </a:xfrm>
          <a:prstGeom prst="rect">
            <a:avLst/>
          </a:prstGeom>
        </p:spPr>
        <p:txBody>
          <a:bodyPr wrap="square">
            <a:spAutoFit/>
          </a:bodyPr>
          <a:lstStyle/>
          <a:p>
            <a:r>
              <a:rPr lang="en-US" i="1"/>
              <a:t>pandas will help you to explore, clean and process your data</a:t>
            </a:r>
            <a:endParaRPr lang="en-IE" i="1"/>
          </a:p>
        </p:txBody>
      </p:sp>
      <p:pic>
        <p:nvPicPr>
          <p:cNvPr id="10244" name="Picture 4" descr="An Introduction to Pandas in Python | by Bruno Santos | Towards Data Science"/>
          <p:cNvPicPr>
            <a:picLocks noChangeAspect="1" noChangeArrowheads="1"/>
          </p:cNvPicPr>
          <p:nvPr/>
        </p:nvPicPr>
        <p:blipFill>
          <a:blip r:embed="rId9" cstate="print">
            <a:extLst>
              <a:ext uri="{28A0092B-C50C-407E-A947-70E740481C1C}">
                <a14:useLocalDpi xmlns:a14="http://schemas.microsoft.com/office/drawing/2010/main"/>
              </a:ext>
            </a:extLst>
          </a:blip>
          <a:srcRect/>
          <a:stretch>
            <a:fillRect/>
          </a:stretch>
        </p:blipFill>
        <p:spPr bwMode="auto">
          <a:xfrm>
            <a:off x="6954367" y="2625045"/>
            <a:ext cx="4442975" cy="2956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029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8341" y="293914"/>
            <a:ext cx="10390000" cy="517966"/>
          </a:xfrm>
          <a:noFill/>
          <a:ln>
            <a:noFill/>
          </a:ln>
        </p:spPr>
        <p:txBody>
          <a:bodyPr spcFirstLastPara="1" wrap="square" lIns="0" tIns="0" rIns="0" bIns="0" anchor="b" anchorCtr="0">
            <a:normAutofit/>
          </a:bodyPr>
          <a:lstStyle/>
          <a:p>
            <a:pPr algn="l">
              <a:lnSpc>
                <a:spcPct val="90000"/>
              </a:lnSpc>
              <a:buClr>
                <a:schemeClr val="accent2"/>
              </a:buClr>
              <a:buSzPts val="2800"/>
            </a:pPr>
            <a:r>
              <a:rPr lang="en-US" sz="2800" smtClean="0">
                <a:solidFill>
                  <a:schemeClr val="accent2"/>
                </a:solidFill>
              </a:rPr>
              <a:t>What kind of data does pandas handle?</a:t>
            </a:r>
            <a:endParaRPr lang="en-US" sz="2800" dirty="0">
              <a:solidFill>
                <a:schemeClr val="accent2"/>
              </a:solidFill>
            </a:endParaRPr>
          </a:p>
        </p:txBody>
      </p:sp>
      <p:sp>
        <p:nvSpPr>
          <p:cNvPr id="4" name="Slide Number Placeholder 3"/>
          <p:cNvSpPr>
            <a:spLocks noGrp="1"/>
          </p:cNvSpPr>
          <p:nvPr>
            <p:ph type="sldNum" sz="quarter" idx="4294967295"/>
          </p:nvPr>
        </p:nvSpPr>
        <p:spPr/>
        <p:txBody>
          <a:bodyPr/>
          <a:lstStyle/>
          <a:p>
            <a:r>
              <a:rPr lang="en-US" smtClean="0"/>
              <a:t> </a:t>
            </a:r>
            <a:endParaRPr lang="en-US"/>
          </a:p>
        </p:txBody>
      </p:sp>
      <p:pic>
        <p:nvPicPr>
          <p:cNvPr id="8" name="Picture 7"/>
          <p:cNvPicPr>
            <a:picLocks noChangeAspect="1"/>
          </p:cNvPicPr>
          <p:nvPr/>
        </p:nvPicPr>
        <p:blipFill>
          <a:blip r:embed="rId3"/>
          <a:stretch>
            <a:fillRect/>
          </a:stretch>
        </p:blipFill>
        <p:spPr>
          <a:xfrm>
            <a:off x="345084" y="1137133"/>
            <a:ext cx="6307297" cy="4161064"/>
          </a:xfrm>
          <a:prstGeom prst="rect">
            <a:avLst/>
          </a:prstGeom>
        </p:spPr>
      </p:pic>
      <p:sp>
        <p:nvSpPr>
          <p:cNvPr id="9" name="Rectangle 8"/>
          <p:cNvSpPr/>
          <p:nvPr/>
        </p:nvSpPr>
        <p:spPr>
          <a:xfrm>
            <a:off x="711989" y="5623450"/>
            <a:ext cx="5090097" cy="369332"/>
          </a:xfrm>
          <a:prstGeom prst="rect">
            <a:avLst/>
          </a:prstGeom>
        </p:spPr>
        <p:txBody>
          <a:bodyPr wrap="square">
            <a:spAutoFit/>
          </a:bodyPr>
          <a:lstStyle/>
          <a:p>
            <a:r>
              <a:rPr lang="en-US">
                <a:solidFill>
                  <a:srgbClr val="002060"/>
                </a:solidFill>
              </a:rPr>
              <a:t>In pandas, a data table is called </a:t>
            </a:r>
            <a:r>
              <a:rPr lang="en-US" smtClean="0">
                <a:solidFill>
                  <a:srgbClr val="002060"/>
                </a:solidFill>
              </a:rPr>
              <a:t>a </a:t>
            </a:r>
            <a:r>
              <a:rPr lang="en-US" b="1" smtClean="0">
                <a:solidFill>
                  <a:srgbClr val="002060"/>
                </a:solidFill>
              </a:rPr>
              <a:t>DataFrame</a:t>
            </a:r>
            <a:endParaRPr lang="en-US" b="1">
              <a:solidFill>
                <a:srgbClr val="002060"/>
              </a:solidFill>
            </a:endParaRPr>
          </a:p>
        </p:txBody>
      </p:sp>
      <p:pic>
        <p:nvPicPr>
          <p:cNvPr id="10" name="Picture 9"/>
          <p:cNvPicPr>
            <a:picLocks noChangeAspect="1"/>
          </p:cNvPicPr>
          <p:nvPr/>
        </p:nvPicPr>
        <p:blipFill>
          <a:blip r:embed="rId4"/>
          <a:stretch>
            <a:fillRect/>
          </a:stretch>
        </p:blipFill>
        <p:spPr>
          <a:xfrm>
            <a:off x="8019369" y="1265464"/>
            <a:ext cx="2162175" cy="2781300"/>
          </a:xfrm>
          <a:prstGeom prst="rect">
            <a:avLst/>
          </a:prstGeom>
        </p:spPr>
      </p:pic>
      <p:sp>
        <p:nvSpPr>
          <p:cNvPr id="11" name="Rectangle 10"/>
          <p:cNvSpPr/>
          <p:nvPr/>
        </p:nvSpPr>
        <p:spPr>
          <a:xfrm>
            <a:off x="7502369" y="4315682"/>
            <a:ext cx="3405116" cy="369332"/>
          </a:xfrm>
          <a:prstGeom prst="rect">
            <a:avLst/>
          </a:prstGeom>
        </p:spPr>
        <p:txBody>
          <a:bodyPr wrap="square">
            <a:spAutoFit/>
          </a:bodyPr>
          <a:lstStyle/>
          <a:p>
            <a:r>
              <a:rPr lang="en-US" smtClean="0">
                <a:solidFill>
                  <a:srgbClr val="002060"/>
                </a:solidFill>
              </a:rPr>
              <a:t>Each column is </a:t>
            </a:r>
            <a:r>
              <a:rPr lang="en-US">
                <a:solidFill>
                  <a:srgbClr val="002060"/>
                </a:solidFill>
              </a:rPr>
              <a:t>called a </a:t>
            </a:r>
            <a:r>
              <a:rPr lang="en-US" b="1" smtClean="0">
                <a:solidFill>
                  <a:srgbClr val="002060"/>
                </a:solidFill>
              </a:rPr>
              <a:t>Series</a:t>
            </a:r>
            <a:endParaRPr lang="en-US">
              <a:solidFill>
                <a:srgbClr val="002060"/>
              </a:solidFill>
            </a:endParaRPr>
          </a:p>
        </p:txBody>
      </p:sp>
    </p:spTree>
    <p:extLst>
      <p:ext uri="{BB962C8B-B14F-4D97-AF65-F5344CB8AC3E}">
        <p14:creationId xmlns:p14="http://schemas.microsoft.com/office/powerpoint/2010/main" val="1635130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04774" y="1089842"/>
            <a:ext cx="6924424" cy="2967077"/>
          </a:xfrm>
          <a:prstGeom prst="roundRect">
            <a:avLst/>
          </a:prstGeom>
          <a:gradFill flip="none" rotWithShape="1">
            <a:gsLst>
              <a:gs pos="0">
                <a:srgbClr val="FED548"/>
              </a:gs>
              <a:gs pos="0">
                <a:srgbClr val="FFFF00">
                  <a:alpha val="0"/>
                </a:srgbClr>
              </a:gs>
              <a:gs pos="100000">
                <a:srgbClr val="FFC000">
                  <a:lumMod val="100000"/>
                </a:srgbClr>
              </a:gs>
            </a:gsLst>
            <a:lin ang="2700000" scaled="1"/>
            <a:tileRect/>
          </a:gradFill>
          <a:ln w="50800" cap="flat" cmpd="sng" algn="ctr">
            <a:solidFill>
              <a:srgbClr val="3872A4"/>
            </a:solidFill>
            <a:prstDash val="solid"/>
            <a:miter lim="800000"/>
          </a:ln>
          <a:effectLst/>
        </p:spPr>
        <p:txBody>
          <a:bodyPr rot="0" spcFirstLastPara="0" vert="horz" wrap="square" lIns="121920" tIns="60960" rIns="121920" bIns="6096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FF0000"/>
                </a:solidFill>
                <a:effectLst/>
                <a:uLnTx/>
                <a:uFillTx/>
                <a:latin typeface="Courier New" panose="02070309020205020404" pitchFamily="49" charset="0"/>
                <a:cs typeface="Courier New" panose="02070309020205020404" pitchFamily="49" charset="0"/>
                <a:sym typeface="Arial"/>
              </a:rPr>
              <a:t># Using pandas - recommended for larger files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smtClean="0">
                <a:ln>
                  <a:noFill/>
                </a:ln>
                <a:solidFill>
                  <a:srgbClr val="595959">
                    <a:lumMod val="50000"/>
                  </a:srgbClr>
                </a:solidFill>
                <a:effectLst/>
                <a:uLnTx/>
                <a:uFillTx/>
                <a:latin typeface="Courier New" panose="02070309020205020404" pitchFamily="49" charset="0"/>
                <a:cs typeface="Courier New" panose="02070309020205020404" pitchFamily="49" charset="0"/>
                <a:sym typeface="Arial"/>
              </a:rPr>
              <a:t>import </a:t>
            </a:r>
            <a:r>
              <a:rPr kumimoji="0" lang="en-US" sz="1600" b="0" i="0" u="none" strike="noStrike" kern="0" cap="none" spc="0" normalizeH="0" baseline="0" noProof="0">
                <a:ln>
                  <a:noFill/>
                </a:ln>
                <a:solidFill>
                  <a:srgbClr val="595959">
                    <a:lumMod val="50000"/>
                  </a:srgbClr>
                </a:solidFill>
                <a:effectLst/>
                <a:uLnTx/>
                <a:uFillTx/>
                <a:latin typeface="Courier New" panose="02070309020205020404" pitchFamily="49" charset="0"/>
                <a:cs typeface="Courier New" panose="02070309020205020404" pitchFamily="49" charset="0"/>
                <a:sym typeface="Arial"/>
              </a:rPr>
              <a:t>pandas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a:ln>
                <a:noFill/>
              </a:ln>
              <a:solidFill>
                <a:srgbClr val="595959">
                  <a:lumMod val="50000"/>
                </a:srgbClr>
              </a:solidFill>
              <a:effectLst/>
              <a:uLnTx/>
              <a:uFillTx/>
              <a:latin typeface="Courier New" panose="02070309020205020404" pitchFamily="49" charset="0"/>
              <a:cs typeface="Courier New" panose="02070309020205020404" pitchFamily="49"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FF0000"/>
                </a:solidFill>
                <a:effectLst/>
                <a:uLnTx/>
                <a:uFillTx/>
                <a:latin typeface="Courier New" panose="02070309020205020404" pitchFamily="49" charset="0"/>
                <a:cs typeface="Courier New" panose="02070309020205020404" pitchFamily="49" charset="0"/>
                <a:sym typeface="Arial"/>
              </a:rPr>
              <a:t># Read the entire CSV file into a pandas DataFrame</a:t>
            </a:r>
          </a:p>
          <a:p>
            <a:pPr lvl="0">
              <a:buClr>
                <a:srgbClr val="000000"/>
              </a:buClr>
              <a:defRPr/>
            </a:pPr>
            <a:r>
              <a:rPr lang="en-IE" sz="1600" kern="0">
                <a:solidFill>
                  <a:srgbClr val="595959">
                    <a:lumMod val="50000"/>
                  </a:srgbClr>
                </a:solidFill>
                <a:latin typeface="Courier New" panose="02070309020205020404" pitchFamily="49" charset="0"/>
                <a:cs typeface="Courier New" panose="02070309020205020404" pitchFamily="49" charset="0"/>
              </a:rPr>
              <a:t>fifa_df</a:t>
            </a:r>
            <a:r>
              <a:rPr kumimoji="0" lang="en-US" sz="1600" b="0" i="0" u="none" strike="noStrike" kern="0" cap="none" spc="0" normalizeH="0" baseline="0" noProof="0" smtClean="0">
                <a:ln>
                  <a:noFill/>
                </a:ln>
                <a:solidFill>
                  <a:srgbClr val="595959">
                    <a:lumMod val="50000"/>
                  </a:srgbClr>
                </a:solidFill>
                <a:effectLst/>
                <a:uLnTx/>
                <a:uFillTx/>
                <a:latin typeface="Courier New" panose="02070309020205020404" pitchFamily="49" charset="0"/>
                <a:cs typeface="Courier New" panose="02070309020205020404" pitchFamily="49" charset="0"/>
                <a:sym typeface="Arial"/>
              </a:rPr>
              <a:t> </a:t>
            </a:r>
            <a:r>
              <a:rPr kumimoji="0" lang="en-US" sz="1600" b="0" i="0" u="none" strike="noStrike" kern="0" cap="none" spc="0" normalizeH="0" baseline="0" noProof="0">
                <a:ln>
                  <a:noFill/>
                </a:ln>
                <a:solidFill>
                  <a:srgbClr val="595959">
                    <a:lumMod val="50000"/>
                  </a:srgbClr>
                </a:solidFill>
                <a:effectLst/>
                <a:uLnTx/>
                <a:uFillTx/>
                <a:latin typeface="Courier New" panose="02070309020205020404" pitchFamily="49" charset="0"/>
                <a:cs typeface="Courier New" panose="02070309020205020404" pitchFamily="49" charset="0"/>
                <a:sym typeface="Arial"/>
              </a:rPr>
              <a:t>= pandas.read_csv('FIFA21-player-list.csv')</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smtClean="0">
              <a:ln>
                <a:noFill/>
              </a:ln>
              <a:solidFill>
                <a:srgbClr val="595959">
                  <a:lumMod val="50000"/>
                </a:srgbClr>
              </a:solidFill>
              <a:effectLst/>
              <a:uLnTx/>
              <a:uFillTx/>
              <a:latin typeface="Courier New" panose="02070309020205020404" pitchFamily="49" charset="0"/>
              <a:cs typeface="Courier New" panose="02070309020205020404" pitchFamily="49" charset="0"/>
              <a:sym typeface="Arial"/>
            </a:endParaRPr>
          </a:p>
          <a:p>
            <a:pPr>
              <a:buClr>
                <a:srgbClr val="000000"/>
              </a:buClr>
              <a:defRPr/>
            </a:pPr>
            <a:r>
              <a:rPr lang="en-US" sz="1600" kern="0">
                <a:solidFill>
                  <a:srgbClr val="FF0000"/>
                </a:solidFill>
                <a:latin typeface="Courier New" panose="02070309020205020404" pitchFamily="49" charset="0"/>
                <a:cs typeface="Courier New" panose="02070309020205020404" pitchFamily="49" charset="0"/>
                <a:sym typeface="Arial"/>
              </a:rPr>
              <a:t># </a:t>
            </a:r>
            <a:r>
              <a:rPr lang="en-US" sz="1600" kern="0" smtClean="0">
                <a:solidFill>
                  <a:srgbClr val="FF0000"/>
                </a:solidFill>
                <a:latin typeface="Courier New" panose="02070309020205020404" pitchFamily="49" charset="0"/>
                <a:cs typeface="Courier New" panose="02070309020205020404" pitchFamily="49" charset="0"/>
                <a:sym typeface="Arial"/>
              </a:rPr>
              <a:t>Display the length of the dataframe</a:t>
            </a:r>
            <a:endParaRPr lang="en-US" sz="1600" kern="0">
              <a:solidFill>
                <a:srgbClr val="FF0000"/>
              </a:solidFill>
              <a:latin typeface="Courier New" panose="02070309020205020404" pitchFamily="49" charset="0"/>
              <a:cs typeface="Courier New" panose="02070309020205020404" pitchFamily="49" charset="0"/>
              <a:sym typeface="Arial"/>
            </a:endParaRPr>
          </a:p>
          <a:p>
            <a:pPr>
              <a:buClr>
                <a:srgbClr val="000000"/>
              </a:buClr>
              <a:defRPr/>
            </a:pPr>
            <a:r>
              <a:rPr lang="en-US" sz="1600" kern="0" smtClean="0">
                <a:solidFill>
                  <a:srgbClr val="595959">
                    <a:lumMod val="50000"/>
                  </a:srgbClr>
                </a:solidFill>
                <a:latin typeface="Courier New" panose="02070309020205020404" pitchFamily="49" charset="0"/>
                <a:cs typeface="Courier New" panose="02070309020205020404" pitchFamily="49" charset="0"/>
                <a:sym typeface="Arial"/>
              </a:rPr>
              <a:t>print</a:t>
            </a:r>
            <a:r>
              <a:rPr lang="en-US" sz="1600" kern="0">
                <a:solidFill>
                  <a:srgbClr val="595959">
                    <a:lumMod val="50000"/>
                  </a:srgbClr>
                </a:solidFill>
                <a:latin typeface="Courier New" panose="02070309020205020404" pitchFamily="49" charset="0"/>
                <a:cs typeface="Courier New" panose="02070309020205020404" pitchFamily="49" charset="0"/>
                <a:sym typeface="Arial"/>
              </a:rPr>
              <a:t>("Nr. rows", len(fifa_df</a:t>
            </a:r>
            <a:r>
              <a:rPr lang="en-US" sz="1600" kern="0" smtClean="0">
                <a:solidFill>
                  <a:srgbClr val="595959">
                    <a:lumMod val="50000"/>
                  </a:srgbClr>
                </a:solidFill>
                <a:latin typeface="Courier New" panose="02070309020205020404" pitchFamily="49" charset="0"/>
                <a:cs typeface="Courier New" panose="02070309020205020404" pitchFamily="49" charset="0"/>
                <a:sym typeface="Arial"/>
              </a:rPr>
              <a:t>))</a:t>
            </a:r>
          </a:p>
          <a:p>
            <a:pPr>
              <a:buClr>
                <a:srgbClr val="000000"/>
              </a:buClr>
              <a:defRPr/>
            </a:pPr>
            <a:endParaRPr lang="en-US" sz="1600" kern="0">
              <a:solidFill>
                <a:srgbClr val="595959">
                  <a:lumMod val="50000"/>
                </a:srgbClr>
              </a:solidFill>
              <a:latin typeface="Courier New" panose="02070309020205020404" pitchFamily="49" charset="0"/>
              <a:cs typeface="Courier New" panose="02070309020205020404" pitchFamily="49" charset="0"/>
              <a:sym typeface="Arial"/>
            </a:endParaRPr>
          </a:p>
          <a:p>
            <a:pPr>
              <a:buClr>
                <a:srgbClr val="000000"/>
              </a:buClr>
              <a:defRPr/>
            </a:pPr>
            <a:r>
              <a:rPr lang="en-US" sz="1600" kern="0">
                <a:solidFill>
                  <a:srgbClr val="FF0000"/>
                </a:solidFill>
                <a:latin typeface="Courier New" panose="02070309020205020404" pitchFamily="49" charset="0"/>
                <a:cs typeface="Courier New" panose="02070309020205020404" pitchFamily="49" charset="0"/>
                <a:sym typeface="Arial"/>
              </a:rPr>
              <a:t># Display the </a:t>
            </a:r>
            <a:r>
              <a:rPr lang="en-US" sz="1600" kern="0" smtClean="0">
                <a:solidFill>
                  <a:srgbClr val="FF0000"/>
                </a:solidFill>
                <a:latin typeface="Courier New" panose="02070309020205020404" pitchFamily="49" charset="0"/>
                <a:cs typeface="Courier New" panose="02070309020205020404" pitchFamily="49" charset="0"/>
                <a:sym typeface="Arial"/>
              </a:rPr>
              <a:t>number of rows and column</a:t>
            </a:r>
            <a:endParaRPr lang="en-US" sz="1600" kern="0">
              <a:solidFill>
                <a:srgbClr val="FF0000"/>
              </a:solidFill>
              <a:latin typeface="Courier New" panose="02070309020205020404" pitchFamily="49" charset="0"/>
              <a:cs typeface="Courier New" panose="02070309020205020404" pitchFamily="49" charset="0"/>
              <a:sym typeface="Arial"/>
            </a:endParaRPr>
          </a:p>
          <a:p>
            <a:pPr>
              <a:buClr>
                <a:srgbClr val="000000"/>
              </a:buClr>
              <a:defRPr/>
            </a:pPr>
            <a:r>
              <a:rPr lang="en-US" sz="1600" kern="0" smtClean="0">
                <a:solidFill>
                  <a:srgbClr val="595959">
                    <a:lumMod val="50000"/>
                  </a:srgbClr>
                </a:solidFill>
                <a:latin typeface="Courier New" panose="02070309020205020404" pitchFamily="49" charset="0"/>
                <a:cs typeface="Courier New" panose="02070309020205020404" pitchFamily="49" charset="0"/>
                <a:sym typeface="Arial"/>
              </a:rPr>
              <a:t>print</a:t>
            </a:r>
            <a:r>
              <a:rPr lang="en-US" sz="1600" kern="0">
                <a:solidFill>
                  <a:srgbClr val="595959">
                    <a:lumMod val="50000"/>
                  </a:srgbClr>
                </a:solidFill>
                <a:latin typeface="Courier New" panose="02070309020205020404" pitchFamily="49" charset="0"/>
                <a:cs typeface="Courier New" panose="02070309020205020404" pitchFamily="49" charset="0"/>
                <a:sym typeface="Arial"/>
              </a:rPr>
              <a:t>("Shape (rows, cols)", fifa_df.shape</a:t>
            </a:r>
            <a:r>
              <a:rPr lang="en-US" sz="1600" kern="0" smtClean="0">
                <a:solidFill>
                  <a:srgbClr val="595959">
                    <a:lumMod val="50000"/>
                  </a:srgbClr>
                </a:solidFill>
                <a:latin typeface="Courier New" panose="02070309020205020404" pitchFamily="49" charset="0"/>
                <a:cs typeface="Courier New" panose="02070309020205020404" pitchFamily="49" charset="0"/>
                <a:sym typeface="Arial"/>
              </a:rPr>
              <a:t>)</a:t>
            </a:r>
            <a:endParaRPr lang="en-US" sz="1600" kern="0">
              <a:solidFill>
                <a:srgbClr val="595959">
                  <a:lumMod val="50000"/>
                </a:srgbClr>
              </a:solidFill>
              <a:latin typeface="Courier New" panose="02070309020205020404" pitchFamily="49" charset="0"/>
              <a:cs typeface="Courier New" panose="02070309020205020404" pitchFamily="49" charset="0"/>
              <a:sym typeface="Arial"/>
            </a:endParaRPr>
          </a:p>
        </p:txBody>
      </p:sp>
      <p:sp>
        <p:nvSpPr>
          <p:cNvPr id="9" name="Title 2"/>
          <p:cNvSpPr>
            <a:spLocks noGrp="1"/>
          </p:cNvSpPr>
          <p:nvPr>
            <p:ph type="title"/>
          </p:nvPr>
        </p:nvSpPr>
        <p:spPr>
          <a:xfrm>
            <a:off x="412770" y="273014"/>
            <a:ext cx="6107300" cy="400023"/>
          </a:xfrm>
        </p:spPr>
        <p:txBody>
          <a:bodyPr/>
          <a:lstStyle/>
          <a:p>
            <a:r>
              <a:rPr lang="en-IE" smtClean="0"/>
              <a:t>Pandas – reading in a CSV file</a:t>
            </a:r>
            <a:endParaRPr lang="en-IE" dirty="0"/>
          </a:p>
        </p:txBody>
      </p:sp>
      <p:sp>
        <p:nvSpPr>
          <p:cNvPr id="7" name="Rectangle 6"/>
          <p:cNvSpPr/>
          <p:nvPr/>
        </p:nvSpPr>
        <p:spPr>
          <a:xfrm>
            <a:off x="794344" y="4701921"/>
            <a:ext cx="4125469" cy="707886"/>
          </a:xfrm>
          <a:prstGeom prst="rect">
            <a:avLst/>
          </a:prstGeom>
          <a:ln>
            <a:solidFill>
              <a:schemeClr val="accent1"/>
            </a:solidFill>
          </a:ln>
        </p:spPr>
        <p:txBody>
          <a:bodyPr wrap="square">
            <a:spAutoFit/>
          </a:bodyPr>
          <a:lstStyle/>
          <a:p>
            <a:pPr lvl="0">
              <a:buClr>
                <a:srgbClr val="000000"/>
              </a:buClr>
              <a:defRPr/>
            </a:pPr>
            <a:r>
              <a:rPr lang="en-US" sz="2000" kern="0">
                <a:solidFill>
                  <a:srgbClr val="000000"/>
                </a:solidFill>
                <a:cs typeface="Arial"/>
                <a:sym typeface="Arial"/>
              </a:rPr>
              <a:t>Nr. rows 18944</a:t>
            </a:r>
          </a:p>
          <a:p>
            <a:pPr lvl="0">
              <a:buClr>
                <a:srgbClr val="000000"/>
              </a:buClr>
              <a:defRPr/>
            </a:pPr>
            <a:r>
              <a:rPr lang="en-US" sz="2000" kern="0">
                <a:solidFill>
                  <a:srgbClr val="000000"/>
                </a:solidFill>
                <a:cs typeface="Arial"/>
                <a:sym typeface="Arial"/>
              </a:rPr>
              <a:t>Shape (rows, cols) (18944, 106)</a:t>
            </a:r>
            <a:endParaRPr kumimoji="0" lang="en-IE" sz="2000" b="0" i="0" u="none" strike="noStrike" kern="0" cap="none" spc="0" normalizeH="0" baseline="0" noProof="0" smtClean="0">
              <a:ln>
                <a:noFill/>
              </a:ln>
              <a:solidFill>
                <a:srgbClr val="000000"/>
              </a:solidFill>
              <a:effectLst/>
              <a:uLnTx/>
              <a:uFillTx/>
              <a:latin typeface="Arial"/>
              <a:cs typeface="Arial"/>
              <a:sym typeface="Arial"/>
            </a:endParaRPr>
          </a:p>
        </p:txBody>
      </p:sp>
      <p:sp>
        <p:nvSpPr>
          <p:cNvPr id="8" name="Rectangle 7">
            <a:extLst>
              <a:ext uri="{FF2B5EF4-FFF2-40B4-BE49-F238E27FC236}">
                <a16:creationId xmlns:a16="http://schemas.microsoft.com/office/drawing/2014/main" id="{4C95139A-00A7-5A4E-BD18-1EAB94D2E6F0}"/>
              </a:ext>
            </a:extLst>
          </p:cNvPr>
          <p:cNvSpPr/>
          <p:nvPr/>
        </p:nvSpPr>
        <p:spPr>
          <a:xfrm>
            <a:off x="716285" y="4178701"/>
            <a:ext cx="3519533"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2800" b="0" i="0" u="none" strike="noStrike" kern="0" cap="none" spc="0" normalizeH="0" baseline="0" noProof="0" smtClean="0">
                <a:ln>
                  <a:noFill/>
                </a:ln>
                <a:solidFill>
                  <a:srgbClr val="002D57"/>
                </a:solidFill>
                <a:effectLst/>
                <a:uLnTx/>
                <a:uFillTx/>
                <a:latin typeface="Calibri" panose="020F0502020204030204" pitchFamily="34" charset="0"/>
                <a:cs typeface="Calibri" panose="020F0502020204030204" pitchFamily="34" charset="0"/>
                <a:sym typeface="Arial"/>
              </a:rPr>
              <a:t>Output looks like this:</a:t>
            </a:r>
            <a:endParaRPr kumimoji="0" lang="en-US" sz="2800" b="0" i="0" u="none" strike="noStrike" kern="0" cap="none" spc="0" normalizeH="0" baseline="0" noProof="0" dirty="0">
              <a:ln>
                <a:noFill/>
              </a:ln>
              <a:solidFill>
                <a:srgbClr val="002D57"/>
              </a:solidFill>
              <a:effectLst/>
              <a:uLnTx/>
              <a:uFillTx/>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3387592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572986" y="1157968"/>
            <a:ext cx="8915400" cy="2343150"/>
          </a:xfrm>
          <a:prstGeom prst="rect">
            <a:avLst/>
          </a:prstGeom>
        </p:spPr>
      </p:pic>
      <p:sp>
        <p:nvSpPr>
          <p:cNvPr id="7" name="Title 2"/>
          <p:cNvSpPr>
            <a:spLocks noGrp="1"/>
          </p:cNvSpPr>
          <p:nvPr>
            <p:ph type="title"/>
          </p:nvPr>
        </p:nvSpPr>
        <p:spPr>
          <a:xfrm>
            <a:off x="382635" y="358325"/>
            <a:ext cx="7664430" cy="400023"/>
          </a:xfrm>
          <a:noFill/>
          <a:ln>
            <a:noFill/>
          </a:ln>
        </p:spPr>
        <p:txBody>
          <a:bodyPr spcFirstLastPara="1" wrap="square" lIns="0" tIns="0" rIns="0" bIns="0" anchor="b" anchorCtr="0">
            <a:normAutofit fontScale="90000"/>
          </a:bodyPr>
          <a:lstStyle/>
          <a:p>
            <a:r>
              <a:rPr lang="en-IE"/>
              <a:t>Pandas – selecting specific columns from a DataFrame</a:t>
            </a:r>
            <a:endParaRPr lang="en-IE" dirty="0"/>
          </a:p>
        </p:txBody>
      </p:sp>
      <p:pic>
        <p:nvPicPr>
          <p:cNvPr id="10" name="Picture 9"/>
          <p:cNvPicPr>
            <a:picLocks noChangeAspect="1"/>
          </p:cNvPicPr>
          <p:nvPr/>
        </p:nvPicPr>
        <p:blipFill>
          <a:blip r:embed="rId3"/>
          <a:stretch>
            <a:fillRect/>
          </a:stretch>
        </p:blipFill>
        <p:spPr>
          <a:xfrm>
            <a:off x="652257" y="4058010"/>
            <a:ext cx="10298772" cy="1852484"/>
          </a:xfrm>
          <a:prstGeom prst="rect">
            <a:avLst/>
          </a:prstGeom>
        </p:spPr>
      </p:pic>
      <p:sp>
        <p:nvSpPr>
          <p:cNvPr id="11" name="Rectangle 10"/>
          <p:cNvSpPr/>
          <p:nvPr/>
        </p:nvSpPr>
        <p:spPr>
          <a:xfrm>
            <a:off x="925286" y="3900335"/>
            <a:ext cx="1611086" cy="210330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2" name="Rectangle 11"/>
          <p:cNvSpPr/>
          <p:nvPr/>
        </p:nvSpPr>
        <p:spPr>
          <a:xfrm>
            <a:off x="2536372" y="3893852"/>
            <a:ext cx="836607" cy="210330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3" name="Rectangle 12"/>
          <p:cNvSpPr/>
          <p:nvPr/>
        </p:nvSpPr>
        <p:spPr>
          <a:xfrm>
            <a:off x="7628762" y="3940360"/>
            <a:ext cx="836607" cy="210330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5" name="Rectangle 14"/>
          <p:cNvSpPr/>
          <p:nvPr/>
        </p:nvSpPr>
        <p:spPr>
          <a:xfrm>
            <a:off x="2751455" y="6161315"/>
            <a:ext cx="6814943" cy="369332"/>
          </a:xfrm>
          <a:prstGeom prst="rect">
            <a:avLst/>
          </a:prstGeom>
        </p:spPr>
        <p:txBody>
          <a:bodyPr wrap="none">
            <a:spAutoFit/>
          </a:bodyPr>
          <a:lstStyle/>
          <a:p>
            <a:r>
              <a:rPr lang="en-IE" smtClean="0"/>
              <a:t>We may only be interested </a:t>
            </a:r>
            <a:r>
              <a:rPr lang="en-IE"/>
              <a:t>in the player’s name, age and value</a:t>
            </a:r>
          </a:p>
        </p:txBody>
      </p:sp>
    </p:spTree>
    <p:extLst>
      <p:ext uri="{BB962C8B-B14F-4D97-AF65-F5344CB8AC3E}">
        <p14:creationId xmlns:p14="http://schemas.microsoft.com/office/powerpoint/2010/main" val="414275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91858" y="545557"/>
            <a:ext cx="7603055" cy="2535100"/>
          </a:xfrm>
          <a:prstGeom prst="roundRect">
            <a:avLst/>
          </a:prstGeom>
          <a:gradFill flip="none" rotWithShape="1">
            <a:gsLst>
              <a:gs pos="0">
                <a:srgbClr val="FED548"/>
              </a:gs>
              <a:gs pos="0">
                <a:srgbClr val="FFFF00">
                  <a:alpha val="0"/>
                </a:srgbClr>
              </a:gs>
              <a:gs pos="100000">
                <a:srgbClr val="FFC000">
                  <a:lumMod val="100000"/>
                </a:srgbClr>
              </a:gs>
            </a:gsLst>
            <a:lin ang="2700000" scaled="1"/>
            <a:tileRect/>
          </a:gradFill>
          <a:ln w="50800" cap="flat" cmpd="sng" algn="ctr">
            <a:solidFill>
              <a:srgbClr val="3872A4"/>
            </a:solidFill>
            <a:prstDash val="solid"/>
            <a:miter lim="800000"/>
          </a:ln>
          <a:effectLst/>
        </p:spPr>
        <p:txBody>
          <a:bodyPr rot="0" spcFirstLastPara="0" vert="horz" wrap="square" lIns="121920" tIns="60960" rIns="121920" bIns="6096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FF0000"/>
                </a:solidFill>
                <a:effectLst/>
                <a:uLnTx/>
                <a:uFillTx/>
                <a:latin typeface="Courier New" panose="02070309020205020404" pitchFamily="49" charset="0"/>
                <a:cs typeface="Courier New" panose="02070309020205020404" pitchFamily="49" charset="0"/>
                <a:sym typeface="Arial"/>
              </a:rPr>
              <a:t># Using pandas - recommended for larger files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smtClean="0">
                <a:ln>
                  <a:noFill/>
                </a:ln>
                <a:solidFill>
                  <a:srgbClr val="595959">
                    <a:lumMod val="50000"/>
                  </a:srgbClr>
                </a:solidFill>
                <a:effectLst/>
                <a:uLnTx/>
                <a:uFillTx/>
                <a:latin typeface="Courier New" panose="02070309020205020404" pitchFamily="49" charset="0"/>
                <a:cs typeface="Courier New" panose="02070309020205020404" pitchFamily="49" charset="0"/>
                <a:sym typeface="Arial"/>
              </a:rPr>
              <a:t>import </a:t>
            </a:r>
            <a:r>
              <a:rPr kumimoji="0" lang="en-US" sz="1600" b="0" i="0" u="none" strike="noStrike" kern="0" cap="none" spc="0" normalizeH="0" baseline="0" noProof="0">
                <a:ln>
                  <a:noFill/>
                </a:ln>
                <a:solidFill>
                  <a:srgbClr val="595959">
                    <a:lumMod val="50000"/>
                  </a:srgbClr>
                </a:solidFill>
                <a:effectLst/>
                <a:uLnTx/>
                <a:uFillTx/>
                <a:latin typeface="Courier New" panose="02070309020205020404" pitchFamily="49" charset="0"/>
                <a:cs typeface="Courier New" panose="02070309020205020404" pitchFamily="49" charset="0"/>
                <a:sym typeface="Arial"/>
              </a:rPr>
              <a:t>pandas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a:ln>
                <a:noFill/>
              </a:ln>
              <a:solidFill>
                <a:srgbClr val="595959">
                  <a:lumMod val="50000"/>
                </a:srgbClr>
              </a:solidFill>
              <a:effectLst/>
              <a:uLnTx/>
              <a:uFillTx/>
              <a:latin typeface="Courier New" panose="02070309020205020404" pitchFamily="49" charset="0"/>
              <a:cs typeface="Courier New" panose="02070309020205020404" pitchFamily="49"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a:ln>
                  <a:noFill/>
                </a:ln>
                <a:solidFill>
                  <a:srgbClr val="FF0000"/>
                </a:solidFill>
                <a:effectLst/>
                <a:uLnTx/>
                <a:uFillTx/>
                <a:latin typeface="Courier New" panose="02070309020205020404" pitchFamily="49" charset="0"/>
                <a:cs typeface="Courier New" panose="02070309020205020404" pitchFamily="49" charset="0"/>
                <a:sym typeface="Arial"/>
              </a:rPr>
              <a:t># Read the entire CSV file into a pandas DataFrame</a:t>
            </a:r>
          </a:p>
          <a:p>
            <a:pPr lvl="0">
              <a:buClr>
                <a:srgbClr val="000000"/>
              </a:buClr>
              <a:defRPr/>
            </a:pPr>
            <a:r>
              <a:rPr lang="en-IE" sz="1600" kern="0">
                <a:solidFill>
                  <a:srgbClr val="595959">
                    <a:lumMod val="50000"/>
                  </a:srgbClr>
                </a:solidFill>
                <a:latin typeface="Courier New" panose="02070309020205020404" pitchFamily="49" charset="0"/>
                <a:cs typeface="Courier New" panose="02070309020205020404" pitchFamily="49" charset="0"/>
              </a:rPr>
              <a:t>fifa_df</a:t>
            </a:r>
            <a:r>
              <a:rPr kumimoji="0" lang="en-US" sz="1600" b="0" i="0" u="none" strike="noStrike" kern="0" cap="none" spc="0" normalizeH="0" baseline="0" noProof="0" smtClean="0">
                <a:ln>
                  <a:noFill/>
                </a:ln>
                <a:solidFill>
                  <a:srgbClr val="595959">
                    <a:lumMod val="50000"/>
                  </a:srgbClr>
                </a:solidFill>
                <a:effectLst/>
                <a:uLnTx/>
                <a:uFillTx/>
                <a:latin typeface="Courier New" panose="02070309020205020404" pitchFamily="49" charset="0"/>
                <a:cs typeface="Courier New" panose="02070309020205020404" pitchFamily="49" charset="0"/>
                <a:sym typeface="Arial"/>
              </a:rPr>
              <a:t> </a:t>
            </a:r>
            <a:r>
              <a:rPr kumimoji="0" lang="en-US" sz="1600" b="0" i="0" u="none" strike="noStrike" kern="0" cap="none" spc="0" normalizeH="0" baseline="0" noProof="0">
                <a:ln>
                  <a:noFill/>
                </a:ln>
                <a:solidFill>
                  <a:srgbClr val="595959">
                    <a:lumMod val="50000"/>
                  </a:srgbClr>
                </a:solidFill>
                <a:effectLst/>
                <a:uLnTx/>
                <a:uFillTx/>
                <a:latin typeface="Courier New" panose="02070309020205020404" pitchFamily="49" charset="0"/>
                <a:cs typeface="Courier New" panose="02070309020205020404" pitchFamily="49" charset="0"/>
                <a:sym typeface="Arial"/>
              </a:rPr>
              <a:t>= pandas.read_csv('FIFA21-player-list.csv')</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smtClean="0">
              <a:ln>
                <a:noFill/>
              </a:ln>
              <a:solidFill>
                <a:srgbClr val="595959">
                  <a:lumMod val="50000"/>
                </a:srgbClr>
              </a:solidFill>
              <a:effectLst/>
              <a:uLnTx/>
              <a:uFillTx/>
              <a:latin typeface="Courier New" panose="02070309020205020404" pitchFamily="49" charset="0"/>
              <a:cs typeface="Courier New" panose="02070309020205020404" pitchFamily="49" charset="0"/>
              <a:sym typeface="Arial"/>
            </a:endParaRPr>
          </a:p>
          <a:p>
            <a:r>
              <a:rPr lang="en-IE" sz="1600" kern="0" smtClean="0">
                <a:solidFill>
                  <a:srgbClr val="FF0000"/>
                </a:solidFill>
                <a:latin typeface="Courier New" panose="02070309020205020404" pitchFamily="49" charset="0"/>
                <a:cs typeface="Courier New" panose="02070309020205020404" pitchFamily="49" charset="0"/>
              </a:rPr>
              <a:t># </a:t>
            </a:r>
            <a:r>
              <a:rPr lang="en-IE" sz="1600" kern="0">
                <a:solidFill>
                  <a:srgbClr val="FF0000"/>
                </a:solidFill>
                <a:latin typeface="Courier New" panose="02070309020205020404" pitchFamily="49" charset="0"/>
                <a:cs typeface="Courier New" panose="02070309020205020404" pitchFamily="49" charset="0"/>
              </a:rPr>
              <a:t>Select a number of columns - all rows</a:t>
            </a:r>
          </a:p>
          <a:p>
            <a:r>
              <a:rPr lang="en-IE" sz="1600" kern="0">
                <a:solidFill>
                  <a:srgbClr val="595959">
                    <a:lumMod val="50000"/>
                  </a:srgbClr>
                </a:solidFill>
                <a:latin typeface="Courier New" panose="02070309020205020404" pitchFamily="49" charset="0"/>
                <a:cs typeface="Courier New" panose="02070309020205020404" pitchFamily="49" charset="0"/>
              </a:rPr>
              <a:t>fifa_df1 = fifa_df</a:t>
            </a:r>
            <a:r>
              <a:rPr lang="en-IE" sz="1600" kern="0" smtClean="0">
                <a:solidFill>
                  <a:srgbClr val="595959">
                    <a:lumMod val="50000"/>
                  </a:srgbClr>
                </a:solidFill>
                <a:latin typeface="Courier New" panose="02070309020205020404" pitchFamily="49" charset="0"/>
                <a:cs typeface="Courier New" panose="02070309020205020404" pitchFamily="49" charset="0"/>
              </a:rPr>
              <a:t>[['short_name', 'age</a:t>
            </a:r>
            <a:r>
              <a:rPr lang="en-IE" sz="1600" kern="0">
                <a:solidFill>
                  <a:srgbClr val="595959">
                    <a:lumMod val="50000"/>
                  </a:srgbClr>
                </a:solidFill>
                <a:latin typeface="Courier New" panose="02070309020205020404" pitchFamily="49" charset="0"/>
                <a:cs typeface="Courier New" panose="02070309020205020404" pitchFamily="49" charset="0"/>
              </a:rPr>
              <a:t>', 'value_eur']] </a:t>
            </a:r>
            <a:endParaRPr lang="en-IE" sz="1600" kern="0" smtClean="0">
              <a:solidFill>
                <a:srgbClr val="595959">
                  <a:lumMod val="50000"/>
                </a:srgbClr>
              </a:solidFill>
              <a:latin typeface="Courier New" panose="02070309020205020404" pitchFamily="49" charset="0"/>
              <a:cs typeface="Courier New" panose="02070309020205020404" pitchFamily="49" charset="0"/>
            </a:endParaRPr>
          </a:p>
          <a:p>
            <a:r>
              <a:rPr lang="en-IE" sz="1600" kern="0" smtClean="0">
                <a:solidFill>
                  <a:srgbClr val="595959">
                    <a:lumMod val="50000"/>
                  </a:srgbClr>
                </a:solidFill>
                <a:latin typeface="Courier New" panose="02070309020205020404" pitchFamily="49" charset="0"/>
                <a:cs typeface="Courier New" panose="02070309020205020404" pitchFamily="49" charset="0"/>
              </a:rPr>
              <a:t>print(fifa_df1</a:t>
            </a:r>
            <a:r>
              <a:rPr lang="en-IE" sz="1600" kern="0">
                <a:solidFill>
                  <a:srgbClr val="595959">
                    <a:lumMod val="50000"/>
                  </a:srgbClr>
                </a:solidFill>
                <a:latin typeface="Courier New" panose="02070309020205020404" pitchFamily="49" charset="0"/>
                <a:cs typeface="Courier New" panose="02070309020205020404" pitchFamily="49" charset="0"/>
              </a:rPr>
              <a:t>) </a:t>
            </a:r>
            <a:r>
              <a:rPr lang="en-IE" sz="1600" kern="0">
                <a:solidFill>
                  <a:srgbClr val="FF0000"/>
                </a:solidFill>
                <a:latin typeface="Courier New" panose="02070309020205020404" pitchFamily="49" charset="0"/>
                <a:cs typeface="Courier New" panose="02070309020205020404" pitchFamily="49" charset="0"/>
              </a:rPr>
              <a:t># DataFrame</a:t>
            </a:r>
          </a:p>
        </p:txBody>
      </p:sp>
      <p:sp>
        <p:nvSpPr>
          <p:cNvPr id="9" name="Title 2"/>
          <p:cNvSpPr>
            <a:spLocks noGrp="1"/>
          </p:cNvSpPr>
          <p:nvPr>
            <p:ph type="title"/>
          </p:nvPr>
        </p:nvSpPr>
        <p:spPr>
          <a:xfrm>
            <a:off x="412770" y="99323"/>
            <a:ext cx="6107300" cy="400023"/>
          </a:xfrm>
        </p:spPr>
        <p:txBody>
          <a:bodyPr/>
          <a:lstStyle/>
          <a:p>
            <a:r>
              <a:rPr lang="en-IE"/>
              <a:t>Pandas</a:t>
            </a:r>
            <a:endParaRPr lang="en-IE" dirty="0"/>
          </a:p>
        </p:txBody>
      </p:sp>
      <p:sp>
        <p:nvSpPr>
          <p:cNvPr id="8" name="Rectangle 7">
            <a:extLst>
              <a:ext uri="{FF2B5EF4-FFF2-40B4-BE49-F238E27FC236}">
                <a16:creationId xmlns:a16="http://schemas.microsoft.com/office/drawing/2014/main" id="{4C95139A-00A7-5A4E-BD18-1EAB94D2E6F0}"/>
              </a:ext>
            </a:extLst>
          </p:cNvPr>
          <p:cNvSpPr/>
          <p:nvPr/>
        </p:nvSpPr>
        <p:spPr>
          <a:xfrm>
            <a:off x="769918" y="3143868"/>
            <a:ext cx="3519533"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2800" b="0" i="0" u="none" strike="noStrike" kern="0" cap="none" spc="0" normalizeH="0" baseline="0" noProof="0" smtClean="0">
                <a:ln>
                  <a:noFill/>
                </a:ln>
                <a:solidFill>
                  <a:srgbClr val="002D57"/>
                </a:solidFill>
                <a:effectLst/>
                <a:uLnTx/>
                <a:uFillTx/>
                <a:latin typeface="Calibri" panose="020F0502020204030204" pitchFamily="34" charset="0"/>
                <a:cs typeface="Calibri" panose="020F0502020204030204" pitchFamily="34" charset="0"/>
                <a:sym typeface="Arial"/>
              </a:rPr>
              <a:t>Output looks like this:</a:t>
            </a:r>
            <a:endParaRPr kumimoji="0" lang="en-US" sz="2800" b="0" i="0" u="none" strike="noStrike" kern="0" cap="none" spc="0" normalizeH="0" baseline="0" noProof="0" dirty="0">
              <a:ln>
                <a:noFill/>
              </a:ln>
              <a:solidFill>
                <a:srgbClr val="002D57"/>
              </a:solidFill>
              <a:effectLst/>
              <a:uLnTx/>
              <a:uFillTx/>
              <a:latin typeface="Calibri" panose="020F0502020204030204" pitchFamily="34" charset="0"/>
              <a:cs typeface="Calibri" panose="020F0502020204030204" pitchFamily="34" charset="0"/>
              <a:sym typeface="Arial"/>
            </a:endParaRPr>
          </a:p>
        </p:txBody>
      </p:sp>
      <p:sp>
        <p:nvSpPr>
          <p:cNvPr id="2" name="Rectangle 1"/>
          <p:cNvSpPr/>
          <p:nvPr/>
        </p:nvSpPr>
        <p:spPr>
          <a:xfrm>
            <a:off x="5290457" y="3896026"/>
            <a:ext cx="6096000" cy="369332"/>
          </a:xfrm>
          <a:prstGeom prst="rect">
            <a:avLst/>
          </a:prstGeom>
        </p:spPr>
        <p:txBody>
          <a:bodyPr>
            <a:spAutoFit/>
          </a:bodyPr>
          <a:lstStyle/>
          <a:p>
            <a:endParaRPr lang="en-IE"/>
          </a:p>
        </p:txBody>
      </p:sp>
      <p:pic>
        <p:nvPicPr>
          <p:cNvPr id="3" name="Picture 2"/>
          <p:cNvPicPr>
            <a:picLocks noChangeAspect="1"/>
          </p:cNvPicPr>
          <p:nvPr/>
        </p:nvPicPr>
        <p:blipFill>
          <a:blip r:embed="rId3"/>
          <a:stretch>
            <a:fillRect/>
          </a:stretch>
        </p:blipFill>
        <p:spPr>
          <a:xfrm>
            <a:off x="908957" y="3730299"/>
            <a:ext cx="5114925" cy="2657475"/>
          </a:xfrm>
          <a:prstGeom prst="rect">
            <a:avLst/>
          </a:prstGeom>
          <a:ln>
            <a:solidFill>
              <a:schemeClr val="tx1">
                <a:lumMod val="50000"/>
              </a:schemeClr>
            </a:solidFill>
          </a:ln>
        </p:spPr>
      </p:pic>
      <p:sp>
        <p:nvSpPr>
          <p:cNvPr id="5" name="Rectangle 4"/>
          <p:cNvSpPr/>
          <p:nvPr/>
        </p:nvSpPr>
        <p:spPr>
          <a:xfrm>
            <a:off x="6984381" y="3618645"/>
            <a:ext cx="4077629" cy="523220"/>
          </a:xfrm>
          <a:prstGeom prst="rect">
            <a:avLst/>
          </a:prstGeom>
        </p:spPr>
        <p:txBody>
          <a:bodyPr wrap="square">
            <a:spAutoFit/>
          </a:bodyPr>
          <a:lstStyle/>
          <a:p>
            <a:r>
              <a:rPr lang="en-IE" sz="1400" kern="0">
                <a:solidFill>
                  <a:srgbClr val="FF0000"/>
                </a:solidFill>
                <a:latin typeface="Courier New" panose="02070309020205020404" pitchFamily="49" charset="0"/>
                <a:cs typeface="Courier New" panose="02070309020205020404" pitchFamily="49" charset="0"/>
              </a:rPr>
              <a:t># Select a </a:t>
            </a:r>
            <a:r>
              <a:rPr lang="en-IE" sz="1400" kern="0" smtClean="0">
                <a:solidFill>
                  <a:srgbClr val="FF0000"/>
                </a:solidFill>
                <a:latin typeface="Courier New" panose="02070309020205020404" pitchFamily="49" charset="0"/>
                <a:cs typeface="Courier New" panose="02070309020205020404" pitchFamily="49" charset="0"/>
              </a:rPr>
              <a:t>single column </a:t>
            </a:r>
            <a:r>
              <a:rPr lang="en-IE" sz="1400" kern="0">
                <a:solidFill>
                  <a:srgbClr val="FF0000"/>
                </a:solidFill>
                <a:latin typeface="Courier New" panose="02070309020205020404" pitchFamily="49" charset="0"/>
                <a:cs typeface="Courier New" panose="02070309020205020404" pitchFamily="49" charset="0"/>
              </a:rPr>
              <a:t>- all rows</a:t>
            </a:r>
          </a:p>
          <a:p>
            <a:r>
              <a:rPr lang="en-IE" sz="1400" kern="0" smtClean="0">
                <a:solidFill>
                  <a:srgbClr val="595959">
                    <a:lumMod val="50000"/>
                  </a:srgbClr>
                </a:solidFill>
                <a:latin typeface="Courier New" panose="02070309020205020404" pitchFamily="49" charset="0"/>
                <a:cs typeface="Courier New" panose="02070309020205020404" pitchFamily="49" charset="0"/>
              </a:rPr>
              <a:t>values </a:t>
            </a:r>
            <a:r>
              <a:rPr lang="en-IE" sz="1400" kern="0">
                <a:solidFill>
                  <a:srgbClr val="595959">
                    <a:lumMod val="50000"/>
                  </a:srgbClr>
                </a:solidFill>
                <a:latin typeface="Courier New" panose="02070309020205020404" pitchFamily="49" charset="0"/>
                <a:cs typeface="Courier New" panose="02070309020205020404" pitchFamily="49" charset="0"/>
              </a:rPr>
              <a:t>= </a:t>
            </a:r>
            <a:r>
              <a:rPr lang="en-IE" sz="1400" kern="0" smtClean="0">
                <a:solidFill>
                  <a:srgbClr val="595959">
                    <a:lumMod val="50000"/>
                  </a:srgbClr>
                </a:solidFill>
                <a:latin typeface="Courier New" panose="02070309020205020404" pitchFamily="49" charset="0"/>
                <a:cs typeface="Courier New" panose="02070309020205020404" pitchFamily="49" charset="0"/>
              </a:rPr>
              <a:t>fifa_df['value_eur']</a:t>
            </a:r>
            <a:endParaRPr lang="en-IE" sz="1400" kern="0">
              <a:solidFill>
                <a:srgbClr val="595959">
                  <a:lumMod val="50000"/>
                </a:srgb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4360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144308" y="1332919"/>
            <a:ext cx="10233538" cy="2413891"/>
          </a:xfrm>
          <a:prstGeom prst="rect">
            <a:avLst/>
          </a:prstGeom>
        </p:spPr>
      </p:pic>
      <p:sp>
        <p:nvSpPr>
          <p:cNvPr id="6" name="Title 2"/>
          <p:cNvSpPr>
            <a:spLocks noGrp="1"/>
          </p:cNvSpPr>
          <p:nvPr>
            <p:ph type="title"/>
          </p:nvPr>
        </p:nvSpPr>
        <p:spPr>
          <a:xfrm>
            <a:off x="382635" y="358325"/>
            <a:ext cx="7664430" cy="400023"/>
          </a:xfrm>
          <a:noFill/>
          <a:ln>
            <a:noFill/>
          </a:ln>
        </p:spPr>
        <p:txBody>
          <a:bodyPr spcFirstLastPara="1" wrap="square" lIns="0" tIns="0" rIns="0" bIns="0" anchor="b" anchorCtr="0">
            <a:normAutofit/>
          </a:bodyPr>
          <a:lstStyle/>
          <a:p>
            <a:r>
              <a:rPr lang="en-IE"/>
              <a:t>Pandas – selecting specific </a:t>
            </a:r>
            <a:r>
              <a:rPr lang="en-IE" smtClean="0"/>
              <a:t>rows </a:t>
            </a:r>
            <a:r>
              <a:rPr lang="en-IE"/>
              <a:t>from a DataFrame</a:t>
            </a:r>
            <a:endParaRPr lang="en-IE" dirty="0"/>
          </a:p>
        </p:txBody>
      </p:sp>
      <p:grpSp>
        <p:nvGrpSpPr>
          <p:cNvPr id="8" name="Group 7"/>
          <p:cNvGrpSpPr/>
          <p:nvPr/>
        </p:nvGrpSpPr>
        <p:grpSpPr>
          <a:xfrm>
            <a:off x="802754" y="3999864"/>
            <a:ext cx="10759733" cy="1946431"/>
            <a:chOff x="267496" y="1412781"/>
            <a:chExt cx="10759733" cy="1946431"/>
          </a:xfrm>
        </p:grpSpPr>
        <p:pic>
          <p:nvPicPr>
            <p:cNvPr id="9" name="Picture 8"/>
            <p:cNvPicPr>
              <a:picLocks noChangeAspect="1"/>
            </p:cNvPicPr>
            <p:nvPr/>
          </p:nvPicPr>
          <p:blipFill>
            <a:blip r:embed="rId3"/>
            <a:stretch>
              <a:fillRect/>
            </a:stretch>
          </p:blipFill>
          <p:spPr>
            <a:xfrm>
              <a:off x="412771" y="1412781"/>
              <a:ext cx="10298772" cy="1852484"/>
            </a:xfrm>
            <a:prstGeom prst="rect">
              <a:avLst/>
            </a:prstGeom>
          </p:spPr>
        </p:pic>
        <p:sp>
          <p:nvSpPr>
            <p:cNvPr id="10" name="Rectangle 9"/>
            <p:cNvSpPr/>
            <p:nvPr/>
          </p:nvSpPr>
          <p:spPr>
            <a:xfrm>
              <a:off x="267496" y="3013124"/>
              <a:ext cx="10759733" cy="3460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grpSp>
      <p:sp>
        <p:nvSpPr>
          <p:cNvPr id="11" name="Rectangle 10"/>
          <p:cNvSpPr/>
          <p:nvPr/>
        </p:nvSpPr>
        <p:spPr>
          <a:xfrm>
            <a:off x="2751455" y="6161315"/>
            <a:ext cx="6502742" cy="369332"/>
          </a:xfrm>
          <a:prstGeom prst="rect">
            <a:avLst/>
          </a:prstGeom>
        </p:spPr>
        <p:txBody>
          <a:bodyPr wrap="none">
            <a:spAutoFit/>
          </a:bodyPr>
          <a:lstStyle/>
          <a:p>
            <a:r>
              <a:rPr lang="en-IE" smtClean="0"/>
              <a:t>We may only be interested </a:t>
            </a:r>
            <a:r>
              <a:rPr lang="en-IE"/>
              <a:t>in </a:t>
            </a:r>
            <a:r>
              <a:rPr lang="en-IE" smtClean="0"/>
              <a:t>players that meet certain criteria</a:t>
            </a:r>
            <a:endParaRPr lang="en-IE"/>
          </a:p>
        </p:txBody>
      </p:sp>
    </p:spTree>
    <p:extLst>
      <p:ext uri="{BB962C8B-B14F-4D97-AF65-F5344CB8AC3E}">
        <p14:creationId xmlns:p14="http://schemas.microsoft.com/office/powerpoint/2010/main" val="3418652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144308" y="1332919"/>
            <a:ext cx="10233538" cy="2413891"/>
          </a:xfrm>
          <a:prstGeom prst="rect">
            <a:avLst/>
          </a:prstGeom>
        </p:spPr>
      </p:pic>
      <p:sp>
        <p:nvSpPr>
          <p:cNvPr id="6" name="Title 2"/>
          <p:cNvSpPr>
            <a:spLocks noGrp="1"/>
          </p:cNvSpPr>
          <p:nvPr>
            <p:ph type="title"/>
          </p:nvPr>
        </p:nvSpPr>
        <p:spPr>
          <a:xfrm>
            <a:off x="382635" y="358325"/>
            <a:ext cx="7664430" cy="400023"/>
          </a:xfrm>
          <a:noFill/>
          <a:ln>
            <a:noFill/>
          </a:ln>
        </p:spPr>
        <p:txBody>
          <a:bodyPr spcFirstLastPara="1" wrap="square" lIns="0" tIns="0" rIns="0" bIns="0" anchor="b" anchorCtr="0">
            <a:normAutofit/>
          </a:bodyPr>
          <a:lstStyle/>
          <a:p>
            <a:r>
              <a:rPr lang="en-IE"/>
              <a:t>Pandas – selecting specific </a:t>
            </a:r>
            <a:r>
              <a:rPr lang="en-IE" smtClean="0"/>
              <a:t>rows </a:t>
            </a:r>
            <a:r>
              <a:rPr lang="en-IE"/>
              <a:t>from a DataFrame</a:t>
            </a:r>
            <a:endParaRPr lang="en-IE" dirty="0"/>
          </a:p>
        </p:txBody>
      </p:sp>
      <p:grpSp>
        <p:nvGrpSpPr>
          <p:cNvPr id="8" name="Group 7"/>
          <p:cNvGrpSpPr/>
          <p:nvPr/>
        </p:nvGrpSpPr>
        <p:grpSpPr>
          <a:xfrm>
            <a:off x="802754" y="3999864"/>
            <a:ext cx="10759733" cy="1946431"/>
            <a:chOff x="267496" y="1412781"/>
            <a:chExt cx="10759733" cy="1946431"/>
          </a:xfrm>
        </p:grpSpPr>
        <p:pic>
          <p:nvPicPr>
            <p:cNvPr id="9" name="Picture 8"/>
            <p:cNvPicPr>
              <a:picLocks noChangeAspect="1"/>
            </p:cNvPicPr>
            <p:nvPr/>
          </p:nvPicPr>
          <p:blipFill>
            <a:blip r:embed="rId3"/>
            <a:stretch>
              <a:fillRect/>
            </a:stretch>
          </p:blipFill>
          <p:spPr>
            <a:xfrm>
              <a:off x="412771" y="1412781"/>
              <a:ext cx="10298772" cy="1852484"/>
            </a:xfrm>
            <a:prstGeom prst="rect">
              <a:avLst/>
            </a:prstGeom>
          </p:spPr>
        </p:pic>
        <p:sp>
          <p:nvSpPr>
            <p:cNvPr id="10" name="Rectangle 9"/>
            <p:cNvSpPr/>
            <p:nvPr/>
          </p:nvSpPr>
          <p:spPr>
            <a:xfrm>
              <a:off x="267496" y="3013124"/>
              <a:ext cx="10759733" cy="3460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grpSp>
      <p:sp>
        <p:nvSpPr>
          <p:cNvPr id="11" name="Rectangle 10"/>
          <p:cNvSpPr/>
          <p:nvPr/>
        </p:nvSpPr>
        <p:spPr>
          <a:xfrm>
            <a:off x="2751455" y="6161315"/>
            <a:ext cx="6502742" cy="369332"/>
          </a:xfrm>
          <a:prstGeom prst="rect">
            <a:avLst/>
          </a:prstGeom>
        </p:spPr>
        <p:txBody>
          <a:bodyPr wrap="none">
            <a:spAutoFit/>
          </a:bodyPr>
          <a:lstStyle/>
          <a:p>
            <a:r>
              <a:rPr lang="en-IE" smtClean="0"/>
              <a:t>We may only be interested </a:t>
            </a:r>
            <a:r>
              <a:rPr lang="en-IE"/>
              <a:t>in </a:t>
            </a:r>
            <a:r>
              <a:rPr lang="en-IE" smtClean="0"/>
              <a:t>players that meet certain criteria</a:t>
            </a:r>
            <a:endParaRPr lang="en-IE"/>
          </a:p>
        </p:txBody>
      </p:sp>
    </p:spTree>
    <p:extLst>
      <p:ext uri="{BB962C8B-B14F-4D97-AF65-F5344CB8AC3E}">
        <p14:creationId xmlns:p14="http://schemas.microsoft.com/office/powerpoint/2010/main" val="736206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2635" y="1138536"/>
            <a:ext cx="9318577" cy="924440"/>
          </a:xfrm>
          <a:prstGeom prst="rect">
            <a:avLst/>
          </a:prstGeom>
          <a:gradFill flip="none" rotWithShape="1">
            <a:gsLst>
              <a:gs pos="0">
                <a:srgbClr val="FED548"/>
              </a:gs>
              <a:gs pos="0">
                <a:srgbClr val="FFFF00">
                  <a:alpha val="0"/>
                </a:srgbClr>
              </a:gs>
              <a:gs pos="100000">
                <a:srgbClr val="FFC000">
                  <a:lumMod val="100000"/>
                </a:srgbClr>
              </a:gs>
            </a:gsLst>
            <a:lin ang="2700000" scaled="1"/>
            <a:tileRect/>
          </a:gradFill>
          <a:ln w="50800" cap="flat" cmpd="sng" algn="ctr">
            <a:solidFill>
              <a:srgbClr val="3872A4"/>
            </a:solidFill>
            <a:prstDash val="solid"/>
            <a:miter lim="800000"/>
          </a:ln>
          <a:effectLst/>
        </p:spPr>
        <p:txBody>
          <a:bodyPr rot="0" spcFirstLastPara="0" vert="horz" wrap="square" lIns="121920" tIns="60960" rIns="121920" bIns="60960" numCol="1" spcCol="0" rtlCol="0" fromWordArt="0" anchor="ctr" anchorCtr="0" forceAA="0" compatLnSpc="1">
            <a:prstTxWarp prst="textNoShape">
              <a:avLst/>
            </a:prstTxWarp>
            <a:noAutofit/>
          </a:bodyPr>
          <a:lstStyle/>
          <a:p>
            <a:pPr>
              <a:buClr>
                <a:srgbClr val="000000"/>
              </a:buClr>
              <a:buFont typeface="Arial"/>
              <a:buNone/>
            </a:pPr>
            <a:r>
              <a:rPr lang="en-IE" sz="1600" kern="0">
                <a:solidFill>
                  <a:schemeClr val="tx1">
                    <a:lumMod val="50000"/>
                  </a:schemeClr>
                </a:solidFill>
                <a:latin typeface="Courier New" panose="02070309020205020404" pitchFamily="49" charset="0"/>
                <a:cs typeface="Courier New" panose="02070309020205020404" pitchFamily="49" charset="0"/>
              </a:rPr>
              <a:t>irish_players = fifa_df1[fifa_df1['nationality'] == 'Republic of Ireland']</a:t>
            </a:r>
          </a:p>
          <a:p>
            <a:pPr>
              <a:buClr>
                <a:srgbClr val="000000"/>
              </a:buClr>
              <a:buFont typeface="Arial"/>
              <a:buNone/>
            </a:pPr>
            <a:r>
              <a:rPr lang="en-IE" sz="1600" kern="0">
                <a:solidFill>
                  <a:schemeClr val="tx1">
                    <a:lumMod val="50000"/>
                  </a:schemeClr>
                </a:solidFill>
                <a:latin typeface="Courier New" panose="02070309020205020404" pitchFamily="49" charset="0"/>
                <a:cs typeface="Courier New" panose="02070309020205020404" pitchFamily="49" charset="0"/>
              </a:rPr>
              <a:t>print(irish_players)</a:t>
            </a:r>
          </a:p>
        </p:txBody>
      </p:sp>
      <p:sp>
        <p:nvSpPr>
          <p:cNvPr id="8" name="Rectangle 7">
            <a:extLst>
              <a:ext uri="{FF2B5EF4-FFF2-40B4-BE49-F238E27FC236}">
                <a16:creationId xmlns:a16="http://schemas.microsoft.com/office/drawing/2014/main" id="{4C95139A-00A7-5A4E-BD18-1EAB94D2E6F0}"/>
              </a:ext>
            </a:extLst>
          </p:cNvPr>
          <p:cNvSpPr/>
          <p:nvPr/>
        </p:nvSpPr>
        <p:spPr>
          <a:xfrm>
            <a:off x="524591" y="2407888"/>
            <a:ext cx="3519533"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2800" b="0" i="0" u="none" strike="noStrike" kern="0" cap="none" spc="0" normalizeH="0" baseline="0" noProof="0" smtClean="0">
                <a:ln>
                  <a:noFill/>
                </a:ln>
                <a:solidFill>
                  <a:srgbClr val="002D57"/>
                </a:solidFill>
                <a:effectLst/>
                <a:uLnTx/>
                <a:uFillTx/>
                <a:latin typeface="Calibri" panose="020F0502020204030204" pitchFamily="34" charset="0"/>
                <a:cs typeface="Calibri" panose="020F0502020204030204" pitchFamily="34" charset="0"/>
                <a:sym typeface="Arial"/>
              </a:rPr>
              <a:t>Output looks like this:</a:t>
            </a:r>
            <a:endParaRPr kumimoji="0" lang="en-US" sz="2800" b="0" i="0" u="none" strike="noStrike" kern="0" cap="none" spc="0" normalizeH="0" baseline="0" noProof="0" dirty="0">
              <a:ln>
                <a:noFill/>
              </a:ln>
              <a:solidFill>
                <a:srgbClr val="002D57"/>
              </a:solidFill>
              <a:effectLst/>
              <a:uLnTx/>
              <a:uFillTx/>
              <a:latin typeface="Calibri" panose="020F0502020204030204" pitchFamily="34" charset="0"/>
              <a:cs typeface="Calibri" panose="020F0502020204030204" pitchFamily="34" charset="0"/>
              <a:sym typeface="Arial"/>
            </a:endParaRPr>
          </a:p>
        </p:txBody>
      </p:sp>
      <p:sp>
        <p:nvSpPr>
          <p:cNvPr id="9" name="Title 2"/>
          <p:cNvSpPr>
            <a:spLocks noGrp="1"/>
          </p:cNvSpPr>
          <p:nvPr>
            <p:ph type="title"/>
          </p:nvPr>
        </p:nvSpPr>
        <p:spPr>
          <a:xfrm>
            <a:off x="382635" y="358325"/>
            <a:ext cx="7664430" cy="400023"/>
          </a:xfrm>
          <a:noFill/>
          <a:ln>
            <a:noFill/>
          </a:ln>
        </p:spPr>
        <p:txBody>
          <a:bodyPr spcFirstLastPara="1" wrap="square" lIns="0" tIns="0" rIns="0" bIns="0" anchor="b" anchorCtr="0">
            <a:normAutofit/>
          </a:bodyPr>
          <a:lstStyle/>
          <a:p>
            <a:r>
              <a:rPr lang="en-IE" smtClean="0"/>
              <a:t>Filter by nationality</a:t>
            </a:r>
            <a:endParaRPr lang="en-IE" dirty="0"/>
          </a:p>
        </p:txBody>
      </p:sp>
      <p:pic>
        <p:nvPicPr>
          <p:cNvPr id="10" name="Picture 9"/>
          <p:cNvPicPr>
            <a:picLocks noChangeAspect="1"/>
          </p:cNvPicPr>
          <p:nvPr/>
        </p:nvPicPr>
        <p:blipFill>
          <a:blip r:embed="rId3"/>
          <a:stretch>
            <a:fillRect/>
          </a:stretch>
        </p:blipFill>
        <p:spPr>
          <a:xfrm>
            <a:off x="1058036" y="3146154"/>
            <a:ext cx="5972175" cy="3152775"/>
          </a:xfrm>
          <a:prstGeom prst="rect">
            <a:avLst/>
          </a:prstGeom>
          <a:ln>
            <a:solidFill>
              <a:schemeClr val="tx1">
                <a:lumMod val="50000"/>
              </a:schemeClr>
            </a:solidFill>
          </a:ln>
        </p:spPr>
      </p:pic>
      <p:sp>
        <p:nvSpPr>
          <p:cNvPr id="12" name="TextBox 11"/>
          <p:cNvSpPr txBox="1"/>
          <p:nvPr/>
        </p:nvSpPr>
        <p:spPr>
          <a:xfrm>
            <a:off x="7404099" y="3146154"/>
            <a:ext cx="4416194" cy="1754326"/>
          </a:xfrm>
          <a:prstGeom prst="rect">
            <a:avLst/>
          </a:prstGeom>
          <a:noFill/>
        </p:spPr>
        <p:txBody>
          <a:bodyPr wrap="square" rtlCol="0">
            <a:spAutoFit/>
          </a:bodyPr>
          <a:lstStyle/>
          <a:p>
            <a:r>
              <a:rPr lang="en-US" dirty="0" smtClean="0">
                <a:solidFill>
                  <a:srgbClr val="408763"/>
                </a:solidFill>
              </a:rPr>
              <a:t>Any Boolean operator can be used to subset the data</a:t>
            </a:r>
            <a:r>
              <a:rPr lang="en-US" smtClean="0">
                <a:solidFill>
                  <a:srgbClr val="408763"/>
                </a:solidFill>
              </a:rPr>
              <a:t>:</a:t>
            </a:r>
            <a:r>
              <a:rPr lang="en-US">
                <a:solidFill>
                  <a:srgbClr val="408763"/>
                </a:solidFill>
              </a:rPr>
              <a:t> </a:t>
            </a:r>
            <a:endParaRPr lang="en-US" smtClean="0">
              <a:solidFill>
                <a:srgbClr val="408763"/>
              </a:solidFill>
            </a:endParaRPr>
          </a:p>
          <a:p>
            <a:endParaRPr lang="en-US" dirty="0">
              <a:solidFill>
                <a:srgbClr val="408763"/>
              </a:solidFill>
            </a:endParaRPr>
          </a:p>
          <a:p>
            <a:r>
              <a:rPr lang="en-US" dirty="0">
                <a:solidFill>
                  <a:srgbClr val="408763"/>
                </a:solidFill>
              </a:rPr>
              <a:t>&gt;   greater; </a:t>
            </a:r>
            <a:r>
              <a:rPr lang="en-US" dirty="0" smtClean="0">
                <a:solidFill>
                  <a:srgbClr val="408763"/>
                </a:solidFill>
              </a:rPr>
              <a:t>    </a:t>
            </a:r>
            <a:r>
              <a:rPr lang="en-US" dirty="0">
                <a:solidFill>
                  <a:srgbClr val="408763"/>
                </a:solidFill>
              </a:rPr>
              <a:t>&gt;= greater </a:t>
            </a:r>
            <a:r>
              <a:rPr lang="en-US" dirty="0" smtClean="0">
                <a:solidFill>
                  <a:srgbClr val="408763"/>
                </a:solidFill>
              </a:rPr>
              <a:t>or equal;</a:t>
            </a:r>
          </a:p>
          <a:p>
            <a:r>
              <a:rPr lang="en-US" dirty="0" smtClean="0">
                <a:solidFill>
                  <a:srgbClr val="408763"/>
                </a:solidFill>
              </a:rPr>
              <a:t>&lt;   less;           &lt;= less or equal;</a:t>
            </a:r>
          </a:p>
          <a:p>
            <a:r>
              <a:rPr lang="en-US" dirty="0" smtClean="0">
                <a:solidFill>
                  <a:srgbClr val="408763"/>
                </a:solidFill>
              </a:rPr>
              <a:t>== equal;        != not equal;  </a:t>
            </a:r>
          </a:p>
        </p:txBody>
      </p:sp>
      <p:sp>
        <p:nvSpPr>
          <p:cNvPr id="13" name="Freeform 12"/>
          <p:cNvSpPr/>
          <p:nvPr/>
        </p:nvSpPr>
        <p:spPr>
          <a:xfrm>
            <a:off x="6434254" y="1258811"/>
            <a:ext cx="446048" cy="483291"/>
          </a:xfrm>
          <a:custGeom>
            <a:avLst/>
            <a:gdLst>
              <a:gd name="connsiteX0" fmla="*/ 133814 w 446048"/>
              <a:gd name="connsiteY0" fmla="*/ 34730 h 483291"/>
              <a:gd name="connsiteX1" fmla="*/ 78058 w 446048"/>
              <a:gd name="connsiteY1" fmla="*/ 57033 h 483291"/>
              <a:gd name="connsiteX2" fmla="*/ 22302 w 446048"/>
              <a:gd name="connsiteY2" fmla="*/ 101638 h 483291"/>
              <a:gd name="connsiteX3" fmla="*/ 0 w 446048"/>
              <a:gd name="connsiteY3" fmla="*/ 135091 h 483291"/>
              <a:gd name="connsiteX4" fmla="*/ 11151 w 446048"/>
              <a:gd name="connsiteY4" fmla="*/ 335813 h 483291"/>
              <a:gd name="connsiteX5" fmla="*/ 33453 w 446048"/>
              <a:gd name="connsiteY5" fmla="*/ 358116 h 483291"/>
              <a:gd name="connsiteX6" fmla="*/ 100361 w 446048"/>
              <a:gd name="connsiteY6" fmla="*/ 436174 h 483291"/>
              <a:gd name="connsiteX7" fmla="*/ 133814 w 446048"/>
              <a:gd name="connsiteY7" fmla="*/ 447326 h 483291"/>
              <a:gd name="connsiteX8" fmla="*/ 301083 w 446048"/>
              <a:gd name="connsiteY8" fmla="*/ 458477 h 483291"/>
              <a:gd name="connsiteX9" fmla="*/ 323385 w 446048"/>
              <a:gd name="connsiteY9" fmla="*/ 436174 h 483291"/>
              <a:gd name="connsiteX10" fmla="*/ 401444 w 446048"/>
              <a:gd name="connsiteY10" fmla="*/ 369267 h 483291"/>
              <a:gd name="connsiteX11" fmla="*/ 423746 w 446048"/>
              <a:gd name="connsiteY11" fmla="*/ 335813 h 483291"/>
              <a:gd name="connsiteX12" fmla="*/ 446048 w 446048"/>
              <a:gd name="connsiteY12" fmla="*/ 268906 h 483291"/>
              <a:gd name="connsiteX13" fmla="*/ 434897 w 446048"/>
              <a:gd name="connsiteY13" fmla="*/ 135091 h 483291"/>
              <a:gd name="connsiteX14" fmla="*/ 379141 w 446048"/>
              <a:gd name="connsiteY14" fmla="*/ 57033 h 483291"/>
              <a:gd name="connsiteX15" fmla="*/ 334536 w 446048"/>
              <a:gd name="connsiteY15" fmla="*/ 12428 h 483291"/>
              <a:gd name="connsiteX16" fmla="*/ 133814 w 446048"/>
              <a:gd name="connsiteY16" fmla="*/ 34730 h 483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6048" h="483291">
                <a:moveTo>
                  <a:pt x="133814" y="34730"/>
                </a:moveTo>
                <a:cubicBezTo>
                  <a:pt x="91068" y="42164"/>
                  <a:pt x="95962" y="48081"/>
                  <a:pt x="78058" y="57033"/>
                </a:cubicBezTo>
                <a:cubicBezTo>
                  <a:pt x="58738" y="66693"/>
                  <a:pt x="36132" y="84351"/>
                  <a:pt x="22302" y="101638"/>
                </a:cubicBezTo>
                <a:cubicBezTo>
                  <a:pt x="13930" y="112103"/>
                  <a:pt x="7434" y="123940"/>
                  <a:pt x="0" y="135091"/>
                </a:cubicBezTo>
                <a:cubicBezTo>
                  <a:pt x="3717" y="201998"/>
                  <a:pt x="1211" y="269544"/>
                  <a:pt x="11151" y="335813"/>
                </a:cubicBezTo>
                <a:cubicBezTo>
                  <a:pt x="12711" y="346210"/>
                  <a:pt x="26885" y="349906"/>
                  <a:pt x="33453" y="358116"/>
                </a:cubicBezTo>
                <a:cubicBezTo>
                  <a:pt x="51613" y="380816"/>
                  <a:pt x="71080" y="426413"/>
                  <a:pt x="100361" y="436174"/>
                </a:cubicBezTo>
                <a:lnTo>
                  <a:pt x="133814" y="447326"/>
                </a:lnTo>
                <a:cubicBezTo>
                  <a:pt x="186929" y="500438"/>
                  <a:pt x="161579" y="486378"/>
                  <a:pt x="301083" y="458477"/>
                </a:cubicBezTo>
                <a:cubicBezTo>
                  <a:pt x="311392" y="456415"/>
                  <a:pt x="315175" y="442742"/>
                  <a:pt x="323385" y="436174"/>
                </a:cubicBezTo>
                <a:cubicBezTo>
                  <a:pt x="359418" y="407347"/>
                  <a:pt x="370765" y="415286"/>
                  <a:pt x="401444" y="369267"/>
                </a:cubicBezTo>
                <a:cubicBezTo>
                  <a:pt x="408878" y="358116"/>
                  <a:pt x="418303" y="348060"/>
                  <a:pt x="423746" y="335813"/>
                </a:cubicBezTo>
                <a:cubicBezTo>
                  <a:pt x="433294" y="314330"/>
                  <a:pt x="446048" y="268906"/>
                  <a:pt x="446048" y="268906"/>
                </a:cubicBezTo>
                <a:cubicBezTo>
                  <a:pt x="442331" y="224301"/>
                  <a:pt x="440812" y="179458"/>
                  <a:pt x="434897" y="135091"/>
                </a:cubicBezTo>
                <a:cubicBezTo>
                  <a:pt x="429420" y="94013"/>
                  <a:pt x="410012" y="87905"/>
                  <a:pt x="379141" y="57033"/>
                </a:cubicBezTo>
                <a:lnTo>
                  <a:pt x="334536" y="12428"/>
                </a:lnTo>
                <a:cubicBezTo>
                  <a:pt x="228839" y="-22804"/>
                  <a:pt x="176560" y="27296"/>
                  <a:pt x="133814" y="34730"/>
                </a:cubicBezTo>
                <a:close/>
              </a:path>
            </a:pathLst>
          </a:custGeom>
          <a:noFill/>
          <a:ln>
            <a:solidFill>
              <a:srgbClr val="4087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3625063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9514" y="1120898"/>
            <a:ext cx="12129033" cy="924440"/>
          </a:xfrm>
          <a:prstGeom prst="rect">
            <a:avLst/>
          </a:prstGeom>
          <a:gradFill flip="none" rotWithShape="1">
            <a:gsLst>
              <a:gs pos="0">
                <a:srgbClr val="FED548"/>
              </a:gs>
              <a:gs pos="0">
                <a:srgbClr val="FFFF00">
                  <a:alpha val="0"/>
                </a:srgbClr>
              </a:gs>
              <a:gs pos="100000">
                <a:srgbClr val="FFC000">
                  <a:lumMod val="100000"/>
                </a:srgbClr>
              </a:gs>
            </a:gsLst>
            <a:lin ang="2700000" scaled="1"/>
            <a:tileRect/>
          </a:gradFill>
          <a:ln w="50800" cap="flat" cmpd="sng" algn="ctr">
            <a:solidFill>
              <a:srgbClr val="3872A4"/>
            </a:solidFill>
            <a:prstDash val="solid"/>
            <a:miter lim="800000"/>
          </a:ln>
          <a:effectLst/>
        </p:spPr>
        <p:txBody>
          <a:bodyPr rot="0" spcFirstLastPara="0" vert="horz" wrap="square" lIns="121920" tIns="60960" rIns="121920" bIns="60960" numCol="1" spcCol="0" rtlCol="0" fromWordArt="0" anchor="ctr" anchorCtr="0" forceAA="0" compatLnSpc="1">
            <a:prstTxWarp prst="textNoShape">
              <a:avLst/>
            </a:prstTxWarp>
            <a:noAutofit/>
          </a:bodyPr>
          <a:lstStyle/>
          <a:p>
            <a:pPr>
              <a:buClr>
                <a:srgbClr val="000000"/>
              </a:buClr>
              <a:buFont typeface="Arial"/>
              <a:buNone/>
            </a:pPr>
            <a:r>
              <a:rPr lang="en-US" sz="1400" kern="0">
                <a:solidFill>
                  <a:schemeClr val="tx1">
                    <a:lumMod val="50000"/>
                  </a:schemeClr>
                </a:solidFill>
                <a:latin typeface="Courier New" panose="02070309020205020404" pitchFamily="49" charset="0"/>
                <a:cs typeface="Courier New" panose="02070309020205020404" pitchFamily="49" charset="0"/>
              </a:rPr>
              <a:t>prem_players_over_30 = fifa_df1[(fifa_df1['league_name'] == 'English Premier League') &amp; (fifa_df1['age'] &gt; 30)]</a:t>
            </a:r>
          </a:p>
          <a:p>
            <a:pPr>
              <a:buClr>
                <a:srgbClr val="000000"/>
              </a:buClr>
              <a:buFont typeface="Arial"/>
              <a:buNone/>
            </a:pPr>
            <a:r>
              <a:rPr lang="en-US" sz="1400" kern="0">
                <a:solidFill>
                  <a:schemeClr val="tx1">
                    <a:lumMod val="50000"/>
                  </a:schemeClr>
                </a:solidFill>
                <a:latin typeface="Courier New" panose="02070309020205020404" pitchFamily="49" charset="0"/>
                <a:cs typeface="Courier New" panose="02070309020205020404" pitchFamily="49" charset="0"/>
              </a:rPr>
              <a:t>print(prem_players_over_30)</a:t>
            </a:r>
          </a:p>
        </p:txBody>
      </p:sp>
      <p:sp>
        <p:nvSpPr>
          <p:cNvPr id="8" name="Rectangle 7">
            <a:extLst>
              <a:ext uri="{FF2B5EF4-FFF2-40B4-BE49-F238E27FC236}">
                <a16:creationId xmlns:a16="http://schemas.microsoft.com/office/drawing/2014/main" id="{4C95139A-00A7-5A4E-BD18-1EAB94D2E6F0}"/>
              </a:ext>
            </a:extLst>
          </p:cNvPr>
          <p:cNvSpPr/>
          <p:nvPr/>
        </p:nvSpPr>
        <p:spPr>
          <a:xfrm>
            <a:off x="524591" y="2407888"/>
            <a:ext cx="3519533"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2800" b="0" i="0" u="none" strike="noStrike" kern="0" cap="none" spc="0" normalizeH="0" baseline="0" noProof="0" smtClean="0">
                <a:ln>
                  <a:noFill/>
                </a:ln>
                <a:solidFill>
                  <a:srgbClr val="002D57"/>
                </a:solidFill>
                <a:effectLst/>
                <a:uLnTx/>
                <a:uFillTx/>
                <a:latin typeface="Calibri" panose="020F0502020204030204" pitchFamily="34" charset="0"/>
                <a:cs typeface="Calibri" panose="020F0502020204030204" pitchFamily="34" charset="0"/>
                <a:sym typeface="Arial"/>
              </a:rPr>
              <a:t>Output looks like this:</a:t>
            </a:r>
            <a:endParaRPr kumimoji="0" lang="en-US" sz="2800" b="0" i="0" u="none" strike="noStrike" kern="0" cap="none" spc="0" normalizeH="0" baseline="0" noProof="0" dirty="0">
              <a:ln>
                <a:noFill/>
              </a:ln>
              <a:solidFill>
                <a:srgbClr val="002D57"/>
              </a:solidFill>
              <a:effectLst/>
              <a:uLnTx/>
              <a:uFillTx/>
              <a:latin typeface="Calibri" panose="020F0502020204030204" pitchFamily="34" charset="0"/>
              <a:cs typeface="Calibri" panose="020F0502020204030204" pitchFamily="34" charset="0"/>
              <a:sym typeface="Arial"/>
            </a:endParaRPr>
          </a:p>
        </p:txBody>
      </p:sp>
      <p:sp>
        <p:nvSpPr>
          <p:cNvPr id="9" name="Title 2"/>
          <p:cNvSpPr>
            <a:spLocks noGrp="1"/>
          </p:cNvSpPr>
          <p:nvPr>
            <p:ph type="title"/>
          </p:nvPr>
        </p:nvSpPr>
        <p:spPr>
          <a:xfrm>
            <a:off x="382635" y="358325"/>
            <a:ext cx="7664430" cy="400023"/>
          </a:xfrm>
          <a:noFill/>
          <a:ln>
            <a:noFill/>
          </a:ln>
        </p:spPr>
        <p:txBody>
          <a:bodyPr spcFirstLastPara="1" wrap="square" lIns="0" tIns="0" rIns="0" bIns="0" anchor="b" anchorCtr="0">
            <a:normAutofit/>
          </a:bodyPr>
          <a:lstStyle/>
          <a:p>
            <a:r>
              <a:rPr lang="en-IE" smtClean="0"/>
              <a:t>Premier league players over 30</a:t>
            </a:r>
            <a:endParaRPr lang="en-IE" dirty="0"/>
          </a:p>
        </p:txBody>
      </p:sp>
      <p:pic>
        <p:nvPicPr>
          <p:cNvPr id="2" name="Picture 1"/>
          <p:cNvPicPr>
            <a:picLocks noChangeAspect="1"/>
          </p:cNvPicPr>
          <p:nvPr/>
        </p:nvPicPr>
        <p:blipFill>
          <a:blip r:embed="rId3"/>
          <a:stretch>
            <a:fillRect/>
          </a:stretch>
        </p:blipFill>
        <p:spPr>
          <a:xfrm>
            <a:off x="886586" y="3041030"/>
            <a:ext cx="6315075" cy="3162300"/>
          </a:xfrm>
          <a:prstGeom prst="rect">
            <a:avLst/>
          </a:prstGeom>
          <a:ln>
            <a:solidFill>
              <a:schemeClr val="tx1">
                <a:lumMod val="50000"/>
              </a:schemeClr>
            </a:solidFill>
          </a:ln>
        </p:spPr>
      </p:pic>
      <p:sp>
        <p:nvSpPr>
          <p:cNvPr id="7" name="TextBox 6"/>
          <p:cNvSpPr txBox="1"/>
          <p:nvPr/>
        </p:nvSpPr>
        <p:spPr>
          <a:xfrm>
            <a:off x="8586128" y="3041030"/>
            <a:ext cx="2609696" cy="1754326"/>
          </a:xfrm>
          <a:prstGeom prst="rect">
            <a:avLst/>
          </a:prstGeom>
          <a:noFill/>
        </p:spPr>
        <p:txBody>
          <a:bodyPr wrap="square" rtlCol="0">
            <a:spAutoFit/>
          </a:bodyPr>
          <a:lstStyle/>
          <a:p>
            <a:r>
              <a:rPr lang="en-US" smtClean="0">
                <a:solidFill>
                  <a:srgbClr val="408763"/>
                </a:solidFill>
              </a:rPr>
              <a:t>Can combine Boolean expressions </a:t>
            </a:r>
          </a:p>
          <a:p>
            <a:endParaRPr lang="en-US" dirty="0">
              <a:solidFill>
                <a:srgbClr val="408763"/>
              </a:solidFill>
            </a:endParaRPr>
          </a:p>
          <a:p>
            <a:r>
              <a:rPr lang="en-US">
                <a:solidFill>
                  <a:srgbClr val="408763"/>
                </a:solidFill>
              </a:rPr>
              <a:t>&amp;</a:t>
            </a:r>
            <a:r>
              <a:rPr lang="en-US" smtClean="0">
                <a:solidFill>
                  <a:srgbClr val="408763"/>
                </a:solidFill>
              </a:rPr>
              <a:t>   and</a:t>
            </a:r>
            <a:endParaRPr lang="en-US" dirty="0" smtClean="0">
              <a:solidFill>
                <a:srgbClr val="408763"/>
              </a:solidFill>
            </a:endParaRPr>
          </a:p>
          <a:p>
            <a:r>
              <a:rPr lang="en-US">
                <a:solidFill>
                  <a:srgbClr val="408763"/>
                </a:solidFill>
              </a:rPr>
              <a:t>|</a:t>
            </a:r>
            <a:r>
              <a:rPr lang="en-US" smtClean="0">
                <a:solidFill>
                  <a:srgbClr val="408763"/>
                </a:solidFill>
              </a:rPr>
              <a:t>   or</a:t>
            </a:r>
          </a:p>
          <a:p>
            <a:r>
              <a:rPr lang="en-US" smtClean="0">
                <a:solidFill>
                  <a:srgbClr val="408763"/>
                </a:solidFill>
              </a:rPr>
              <a:t>~ not</a:t>
            </a:r>
            <a:endParaRPr lang="en-US" dirty="0" smtClean="0">
              <a:solidFill>
                <a:srgbClr val="408763"/>
              </a:solidFill>
            </a:endParaRPr>
          </a:p>
        </p:txBody>
      </p:sp>
      <p:sp>
        <p:nvSpPr>
          <p:cNvPr id="11" name="Freeform 10"/>
          <p:cNvSpPr/>
          <p:nvPr/>
        </p:nvSpPr>
        <p:spPr>
          <a:xfrm>
            <a:off x="9177452" y="1314568"/>
            <a:ext cx="356839" cy="358116"/>
          </a:xfrm>
          <a:custGeom>
            <a:avLst/>
            <a:gdLst>
              <a:gd name="connsiteX0" fmla="*/ 133814 w 446048"/>
              <a:gd name="connsiteY0" fmla="*/ 34730 h 483291"/>
              <a:gd name="connsiteX1" fmla="*/ 78058 w 446048"/>
              <a:gd name="connsiteY1" fmla="*/ 57033 h 483291"/>
              <a:gd name="connsiteX2" fmla="*/ 22302 w 446048"/>
              <a:gd name="connsiteY2" fmla="*/ 101638 h 483291"/>
              <a:gd name="connsiteX3" fmla="*/ 0 w 446048"/>
              <a:gd name="connsiteY3" fmla="*/ 135091 h 483291"/>
              <a:gd name="connsiteX4" fmla="*/ 11151 w 446048"/>
              <a:gd name="connsiteY4" fmla="*/ 335813 h 483291"/>
              <a:gd name="connsiteX5" fmla="*/ 33453 w 446048"/>
              <a:gd name="connsiteY5" fmla="*/ 358116 h 483291"/>
              <a:gd name="connsiteX6" fmla="*/ 100361 w 446048"/>
              <a:gd name="connsiteY6" fmla="*/ 436174 h 483291"/>
              <a:gd name="connsiteX7" fmla="*/ 133814 w 446048"/>
              <a:gd name="connsiteY7" fmla="*/ 447326 h 483291"/>
              <a:gd name="connsiteX8" fmla="*/ 301083 w 446048"/>
              <a:gd name="connsiteY8" fmla="*/ 458477 h 483291"/>
              <a:gd name="connsiteX9" fmla="*/ 323385 w 446048"/>
              <a:gd name="connsiteY9" fmla="*/ 436174 h 483291"/>
              <a:gd name="connsiteX10" fmla="*/ 401444 w 446048"/>
              <a:gd name="connsiteY10" fmla="*/ 369267 h 483291"/>
              <a:gd name="connsiteX11" fmla="*/ 423746 w 446048"/>
              <a:gd name="connsiteY11" fmla="*/ 335813 h 483291"/>
              <a:gd name="connsiteX12" fmla="*/ 446048 w 446048"/>
              <a:gd name="connsiteY12" fmla="*/ 268906 h 483291"/>
              <a:gd name="connsiteX13" fmla="*/ 434897 w 446048"/>
              <a:gd name="connsiteY13" fmla="*/ 135091 h 483291"/>
              <a:gd name="connsiteX14" fmla="*/ 379141 w 446048"/>
              <a:gd name="connsiteY14" fmla="*/ 57033 h 483291"/>
              <a:gd name="connsiteX15" fmla="*/ 334536 w 446048"/>
              <a:gd name="connsiteY15" fmla="*/ 12428 h 483291"/>
              <a:gd name="connsiteX16" fmla="*/ 133814 w 446048"/>
              <a:gd name="connsiteY16" fmla="*/ 34730 h 483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6048" h="483291">
                <a:moveTo>
                  <a:pt x="133814" y="34730"/>
                </a:moveTo>
                <a:cubicBezTo>
                  <a:pt x="91068" y="42164"/>
                  <a:pt x="95962" y="48081"/>
                  <a:pt x="78058" y="57033"/>
                </a:cubicBezTo>
                <a:cubicBezTo>
                  <a:pt x="58738" y="66693"/>
                  <a:pt x="36132" y="84351"/>
                  <a:pt x="22302" y="101638"/>
                </a:cubicBezTo>
                <a:cubicBezTo>
                  <a:pt x="13930" y="112103"/>
                  <a:pt x="7434" y="123940"/>
                  <a:pt x="0" y="135091"/>
                </a:cubicBezTo>
                <a:cubicBezTo>
                  <a:pt x="3717" y="201998"/>
                  <a:pt x="1211" y="269544"/>
                  <a:pt x="11151" y="335813"/>
                </a:cubicBezTo>
                <a:cubicBezTo>
                  <a:pt x="12711" y="346210"/>
                  <a:pt x="26885" y="349906"/>
                  <a:pt x="33453" y="358116"/>
                </a:cubicBezTo>
                <a:cubicBezTo>
                  <a:pt x="51613" y="380816"/>
                  <a:pt x="71080" y="426413"/>
                  <a:pt x="100361" y="436174"/>
                </a:cubicBezTo>
                <a:lnTo>
                  <a:pt x="133814" y="447326"/>
                </a:lnTo>
                <a:cubicBezTo>
                  <a:pt x="186929" y="500438"/>
                  <a:pt x="161579" y="486378"/>
                  <a:pt x="301083" y="458477"/>
                </a:cubicBezTo>
                <a:cubicBezTo>
                  <a:pt x="311392" y="456415"/>
                  <a:pt x="315175" y="442742"/>
                  <a:pt x="323385" y="436174"/>
                </a:cubicBezTo>
                <a:cubicBezTo>
                  <a:pt x="359418" y="407347"/>
                  <a:pt x="370765" y="415286"/>
                  <a:pt x="401444" y="369267"/>
                </a:cubicBezTo>
                <a:cubicBezTo>
                  <a:pt x="408878" y="358116"/>
                  <a:pt x="418303" y="348060"/>
                  <a:pt x="423746" y="335813"/>
                </a:cubicBezTo>
                <a:cubicBezTo>
                  <a:pt x="433294" y="314330"/>
                  <a:pt x="446048" y="268906"/>
                  <a:pt x="446048" y="268906"/>
                </a:cubicBezTo>
                <a:cubicBezTo>
                  <a:pt x="442331" y="224301"/>
                  <a:pt x="440812" y="179458"/>
                  <a:pt x="434897" y="135091"/>
                </a:cubicBezTo>
                <a:cubicBezTo>
                  <a:pt x="429420" y="94013"/>
                  <a:pt x="410012" y="87905"/>
                  <a:pt x="379141" y="57033"/>
                </a:cubicBezTo>
                <a:lnTo>
                  <a:pt x="334536" y="12428"/>
                </a:lnTo>
                <a:cubicBezTo>
                  <a:pt x="228839" y="-22804"/>
                  <a:pt x="176560" y="27296"/>
                  <a:pt x="133814" y="34730"/>
                </a:cubicBezTo>
                <a:close/>
              </a:path>
            </a:pathLst>
          </a:custGeom>
          <a:noFill/>
          <a:ln>
            <a:solidFill>
              <a:srgbClr val="4087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223157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a:spLocks noGrp="1"/>
          </p:cNvSpPr>
          <p:nvPr>
            <p:ph type="title"/>
          </p:nvPr>
        </p:nvSpPr>
        <p:spPr>
          <a:xfrm>
            <a:off x="382634" y="358325"/>
            <a:ext cx="9586555" cy="400023"/>
          </a:xfrm>
          <a:noFill/>
          <a:ln>
            <a:noFill/>
          </a:ln>
        </p:spPr>
        <p:txBody>
          <a:bodyPr spcFirstLastPara="1" wrap="square" lIns="0" tIns="0" rIns="0" bIns="0" anchor="b" anchorCtr="0">
            <a:normAutofit/>
          </a:bodyPr>
          <a:lstStyle/>
          <a:p>
            <a:r>
              <a:rPr lang="en-IE"/>
              <a:t>Pandas – selecting specific </a:t>
            </a:r>
            <a:r>
              <a:rPr lang="en-IE" smtClean="0"/>
              <a:t>rows and columns from </a:t>
            </a:r>
            <a:r>
              <a:rPr lang="en-IE"/>
              <a:t>a DataFrame</a:t>
            </a:r>
            <a:endParaRPr lang="en-IE" dirty="0"/>
          </a:p>
        </p:txBody>
      </p:sp>
      <p:pic>
        <p:nvPicPr>
          <p:cNvPr id="9" name="Picture 8"/>
          <p:cNvPicPr>
            <a:picLocks noChangeAspect="1"/>
          </p:cNvPicPr>
          <p:nvPr/>
        </p:nvPicPr>
        <p:blipFill>
          <a:blip r:embed="rId2"/>
          <a:stretch>
            <a:fillRect/>
          </a:stretch>
        </p:blipFill>
        <p:spPr>
          <a:xfrm>
            <a:off x="768233" y="3972879"/>
            <a:ext cx="10298772" cy="1852484"/>
          </a:xfrm>
          <a:prstGeom prst="rect">
            <a:avLst/>
          </a:prstGeom>
        </p:spPr>
      </p:pic>
      <p:sp>
        <p:nvSpPr>
          <p:cNvPr id="10" name="Rectangle 9"/>
          <p:cNvSpPr/>
          <p:nvPr/>
        </p:nvSpPr>
        <p:spPr>
          <a:xfrm>
            <a:off x="487068" y="5006897"/>
            <a:ext cx="10759733" cy="29771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1" name="Rectangle 10"/>
          <p:cNvSpPr/>
          <p:nvPr/>
        </p:nvSpPr>
        <p:spPr>
          <a:xfrm>
            <a:off x="2366992" y="6161093"/>
            <a:ext cx="7631256" cy="369332"/>
          </a:xfrm>
          <a:prstGeom prst="rect">
            <a:avLst/>
          </a:prstGeom>
        </p:spPr>
        <p:txBody>
          <a:bodyPr wrap="none">
            <a:spAutoFit/>
          </a:bodyPr>
          <a:lstStyle/>
          <a:p>
            <a:r>
              <a:rPr lang="en-IE" smtClean="0"/>
              <a:t>We may only be interested </a:t>
            </a:r>
            <a:r>
              <a:rPr lang="en-IE"/>
              <a:t>in </a:t>
            </a:r>
            <a:r>
              <a:rPr lang="en-IE" smtClean="0"/>
              <a:t>seeing the player names of players over 30</a:t>
            </a:r>
            <a:endParaRPr lang="en-IE"/>
          </a:p>
        </p:txBody>
      </p:sp>
      <p:pic>
        <p:nvPicPr>
          <p:cNvPr id="2" name="Picture 1"/>
          <p:cNvPicPr>
            <a:picLocks noChangeAspect="1"/>
          </p:cNvPicPr>
          <p:nvPr/>
        </p:nvPicPr>
        <p:blipFill>
          <a:blip r:embed="rId3"/>
          <a:stretch>
            <a:fillRect/>
          </a:stretch>
        </p:blipFill>
        <p:spPr>
          <a:xfrm>
            <a:off x="1807063" y="1210928"/>
            <a:ext cx="8391525" cy="2295525"/>
          </a:xfrm>
          <a:prstGeom prst="rect">
            <a:avLst/>
          </a:prstGeom>
        </p:spPr>
      </p:pic>
      <p:sp>
        <p:nvSpPr>
          <p:cNvPr id="12" name="Rectangle 11"/>
          <p:cNvSpPr/>
          <p:nvPr/>
        </p:nvSpPr>
        <p:spPr>
          <a:xfrm>
            <a:off x="487068" y="4280903"/>
            <a:ext cx="10759733" cy="50296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3" name="Rectangle 12"/>
          <p:cNvSpPr/>
          <p:nvPr/>
        </p:nvSpPr>
        <p:spPr>
          <a:xfrm>
            <a:off x="1060694" y="3847468"/>
            <a:ext cx="1593296" cy="210330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Tree>
    <p:extLst>
      <p:ext uri="{BB962C8B-B14F-4D97-AF65-F5344CB8AC3E}">
        <p14:creationId xmlns:p14="http://schemas.microsoft.com/office/powerpoint/2010/main" val="223019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82635" y="1138536"/>
            <a:ext cx="10500955" cy="924440"/>
          </a:xfrm>
          <a:prstGeom prst="rect">
            <a:avLst/>
          </a:prstGeom>
          <a:gradFill flip="none" rotWithShape="1">
            <a:gsLst>
              <a:gs pos="0">
                <a:srgbClr val="FED548"/>
              </a:gs>
              <a:gs pos="0">
                <a:srgbClr val="FFFF00">
                  <a:alpha val="0"/>
                </a:srgbClr>
              </a:gs>
              <a:gs pos="100000">
                <a:srgbClr val="FFC000">
                  <a:lumMod val="100000"/>
                </a:srgbClr>
              </a:gs>
            </a:gsLst>
            <a:lin ang="2700000" scaled="1"/>
            <a:tileRect/>
          </a:gradFill>
          <a:ln w="50800" cap="flat" cmpd="sng" algn="ctr">
            <a:solidFill>
              <a:srgbClr val="3872A4"/>
            </a:solidFill>
            <a:prstDash val="solid"/>
            <a:miter lim="800000"/>
          </a:ln>
          <a:effectLst/>
        </p:spPr>
        <p:txBody>
          <a:bodyPr rot="0" spcFirstLastPara="0" vert="horz" wrap="square" lIns="121920" tIns="60960" rIns="121920" bIns="60960" numCol="1" spcCol="0" rtlCol="0" fromWordArt="0" anchor="ctr" anchorCtr="0" forceAA="0" compatLnSpc="1">
            <a:prstTxWarp prst="textNoShape">
              <a:avLst/>
            </a:prstTxWarp>
            <a:noAutofit/>
          </a:bodyPr>
          <a:lstStyle/>
          <a:p>
            <a:pPr>
              <a:buClr>
                <a:srgbClr val="000000"/>
              </a:buClr>
              <a:buFont typeface="Arial"/>
              <a:buNone/>
            </a:pPr>
            <a:r>
              <a:rPr lang="en-US" sz="1600" kern="0">
                <a:solidFill>
                  <a:schemeClr val="tx1">
                    <a:lumMod val="50000"/>
                  </a:schemeClr>
                </a:solidFill>
                <a:latin typeface="Courier New" panose="02070309020205020404" pitchFamily="49" charset="0"/>
                <a:cs typeface="Courier New" panose="02070309020205020404" pitchFamily="49" charset="0"/>
              </a:rPr>
              <a:t>players_over_30 = fifa_df1.loc[(fifa_df1['age'] &gt; 30), ['short_name', 'age']]</a:t>
            </a:r>
          </a:p>
          <a:p>
            <a:pPr>
              <a:buClr>
                <a:srgbClr val="000000"/>
              </a:buClr>
              <a:buFont typeface="Arial"/>
              <a:buNone/>
            </a:pPr>
            <a:r>
              <a:rPr lang="en-US" sz="1600" kern="0">
                <a:solidFill>
                  <a:schemeClr val="tx1">
                    <a:lumMod val="50000"/>
                  </a:schemeClr>
                </a:solidFill>
                <a:latin typeface="Courier New" panose="02070309020205020404" pitchFamily="49" charset="0"/>
                <a:cs typeface="Courier New" panose="02070309020205020404" pitchFamily="49" charset="0"/>
              </a:rPr>
              <a:t>print(players_over_30)</a:t>
            </a:r>
            <a:endParaRPr lang="en-IE" sz="1600" kern="0">
              <a:solidFill>
                <a:schemeClr val="tx1">
                  <a:lumMod val="50000"/>
                </a:schemeClr>
              </a:solidFill>
              <a:latin typeface="Courier New" panose="02070309020205020404" pitchFamily="49" charset="0"/>
              <a:cs typeface="Courier New" panose="02070309020205020404" pitchFamily="49" charset="0"/>
            </a:endParaRPr>
          </a:p>
        </p:txBody>
      </p:sp>
      <p:sp>
        <p:nvSpPr>
          <p:cNvPr id="8" name="Rectangle 7">
            <a:extLst>
              <a:ext uri="{FF2B5EF4-FFF2-40B4-BE49-F238E27FC236}">
                <a16:creationId xmlns:a16="http://schemas.microsoft.com/office/drawing/2014/main" id="{4C95139A-00A7-5A4E-BD18-1EAB94D2E6F0}"/>
              </a:ext>
            </a:extLst>
          </p:cNvPr>
          <p:cNvSpPr/>
          <p:nvPr/>
        </p:nvSpPr>
        <p:spPr>
          <a:xfrm>
            <a:off x="524591" y="2407888"/>
            <a:ext cx="3519533"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2800" b="0" i="0" u="none" strike="noStrike" kern="0" cap="none" spc="0" normalizeH="0" baseline="0" noProof="0" smtClean="0">
                <a:ln>
                  <a:noFill/>
                </a:ln>
                <a:solidFill>
                  <a:srgbClr val="002D57"/>
                </a:solidFill>
                <a:effectLst/>
                <a:uLnTx/>
                <a:uFillTx/>
                <a:latin typeface="Calibri" panose="020F0502020204030204" pitchFamily="34" charset="0"/>
                <a:cs typeface="Calibri" panose="020F0502020204030204" pitchFamily="34" charset="0"/>
                <a:sym typeface="Arial"/>
              </a:rPr>
              <a:t>Output looks like this:</a:t>
            </a:r>
            <a:endParaRPr kumimoji="0" lang="en-US" sz="2800" b="0" i="0" u="none" strike="noStrike" kern="0" cap="none" spc="0" normalizeH="0" baseline="0" noProof="0" dirty="0">
              <a:ln>
                <a:noFill/>
              </a:ln>
              <a:solidFill>
                <a:srgbClr val="002D57"/>
              </a:solidFill>
              <a:effectLst/>
              <a:uLnTx/>
              <a:uFillTx/>
              <a:latin typeface="Calibri" panose="020F0502020204030204" pitchFamily="34" charset="0"/>
              <a:cs typeface="Calibri" panose="020F0502020204030204" pitchFamily="34" charset="0"/>
              <a:sym typeface="Arial"/>
            </a:endParaRPr>
          </a:p>
        </p:txBody>
      </p:sp>
      <p:sp>
        <p:nvSpPr>
          <p:cNvPr id="9" name="Title 2"/>
          <p:cNvSpPr>
            <a:spLocks noGrp="1"/>
          </p:cNvSpPr>
          <p:nvPr>
            <p:ph type="title"/>
          </p:nvPr>
        </p:nvSpPr>
        <p:spPr>
          <a:xfrm>
            <a:off x="382635" y="358325"/>
            <a:ext cx="7664430" cy="400023"/>
          </a:xfrm>
          <a:noFill/>
          <a:ln>
            <a:noFill/>
          </a:ln>
        </p:spPr>
        <p:txBody>
          <a:bodyPr spcFirstLastPara="1" wrap="square" lIns="0" tIns="0" rIns="0" bIns="0" anchor="b" anchorCtr="0">
            <a:normAutofit/>
          </a:bodyPr>
          <a:lstStyle/>
          <a:p>
            <a:r>
              <a:rPr lang="en-IE" smtClean="0"/>
              <a:t>Filter by row and column</a:t>
            </a:r>
            <a:endParaRPr lang="en-IE" dirty="0"/>
          </a:p>
        </p:txBody>
      </p:sp>
      <p:pic>
        <p:nvPicPr>
          <p:cNvPr id="2" name="Picture 1"/>
          <p:cNvPicPr>
            <a:picLocks noChangeAspect="1"/>
          </p:cNvPicPr>
          <p:nvPr/>
        </p:nvPicPr>
        <p:blipFill>
          <a:blip r:embed="rId3"/>
          <a:stretch>
            <a:fillRect/>
          </a:stretch>
        </p:blipFill>
        <p:spPr>
          <a:xfrm>
            <a:off x="614594" y="3042621"/>
            <a:ext cx="4269640" cy="3495297"/>
          </a:xfrm>
          <a:prstGeom prst="rect">
            <a:avLst/>
          </a:prstGeom>
          <a:ln>
            <a:solidFill>
              <a:schemeClr val="tx1">
                <a:lumMod val="50000"/>
              </a:schemeClr>
            </a:solidFill>
          </a:ln>
        </p:spPr>
      </p:pic>
      <p:sp>
        <p:nvSpPr>
          <p:cNvPr id="11" name="Freeform 10"/>
          <p:cNvSpPr/>
          <p:nvPr/>
        </p:nvSpPr>
        <p:spPr>
          <a:xfrm>
            <a:off x="3698436" y="1312970"/>
            <a:ext cx="516725" cy="413871"/>
          </a:xfrm>
          <a:custGeom>
            <a:avLst/>
            <a:gdLst>
              <a:gd name="connsiteX0" fmla="*/ 133814 w 446048"/>
              <a:gd name="connsiteY0" fmla="*/ 34730 h 483291"/>
              <a:gd name="connsiteX1" fmla="*/ 78058 w 446048"/>
              <a:gd name="connsiteY1" fmla="*/ 57033 h 483291"/>
              <a:gd name="connsiteX2" fmla="*/ 22302 w 446048"/>
              <a:gd name="connsiteY2" fmla="*/ 101638 h 483291"/>
              <a:gd name="connsiteX3" fmla="*/ 0 w 446048"/>
              <a:gd name="connsiteY3" fmla="*/ 135091 h 483291"/>
              <a:gd name="connsiteX4" fmla="*/ 11151 w 446048"/>
              <a:gd name="connsiteY4" fmla="*/ 335813 h 483291"/>
              <a:gd name="connsiteX5" fmla="*/ 33453 w 446048"/>
              <a:gd name="connsiteY5" fmla="*/ 358116 h 483291"/>
              <a:gd name="connsiteX6" fmla="*/ 100361 w 446048"/>
              <a:gd name="connsiteY6" fmla="*/ 436174 h 483291"/>
              <a:gd name="connsiteX7" fmla="*/ 133814 w 446048"/>
              <a:gd name="connsiteY7" fmla="*/ 447326 h 483291"/>
              <a:gd name="connsiteX8" fmla="*/ 301083 w 446048"/>
              <a:gd name="connsiteY8" fmla="*/ 458477 h 483291"/>
              <a:gd name="connsiteX9" fmla="*/ 323385 w 446048"/>
              <a:gd name="connsiteY9" fmla="*/ 436174 h 483291"/>
              <a:gd name="connsiteX10" fmla="*/ 401444 w 446048"/>
              <a:gd name="connsiteY10" fmla="*/ 369267 h 483291"/>
              <a:gd name="connsiteX11" fmla="*/ 423746 w 446048"/>
              <a:gd name="connsiteY11" fmla="*/ 335813 h 483291"/>
              <a:gd name="connsiteX12" fmla="*/ 446048 w 446048"/>
              <a:gd name="connsiteY12" fmla="*/ 268906 h 483291"/>
              <a:gd name="connsiteX13" fmla="*/ 434897 w 446048"/>
              <a:gd name="connsiteY13" fmla="*/ 135091 h 483291"/>
              <a:gd name="connsiteX14" fmla="*/ 379141 w 446048"/>
              <a:gd name="connsiteY14" fmla="*/ 57033 h 483291"/>
              <a:gd name="connsiteX15" fmla="*/ 334536 w 446048"/>
              <a:gd name="connsiteY15" fmla="*/ 12428 h 483291"/>
              <a:gd name="connsiteX16" fmla="*/ 133814 w 446048"/>
              <a:gd name="connsiteY16" fmla="*/ 34730 h 483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6048" h="483291">
                <a:moveTo>
                  <a:pt x="133814" y="34730"/>
                </a:moveTo>
                <a:cubicBezTo>
                  <a:pt x="91068" y="42164"/>
                  <a:pt x="95962" y="48081"/>
                  <a:pt x="78058" y="57033"/>
                </a:cubicBezTo>
                <a:cubicBezTo>
                  <a:pt x="58738" y="66693"/>
                  <a:pt x="36132" y="84351"/>
                  <a:pt x="22302" y="101638"/>
                </a:cubicBezTo>
                <a:cubicBezTo>
                  <a:pt x="13930" y="112103"/>
                  <a:pt x="7434" y="123940"/>
                  <a:pt x="0" y="135091"/>
                </a:cubicBezTo>
                <a:cubicBezTo>
                  <a:pt x="3717" y="201998"/>
                  <a:pt x="1211" y="269544"/>
                  <a:pt x="11151" y="335813"/>
                </a:cubicBezTo>
                <a:cubicBezTo>
                  <a:pt x="12711" y="346210"/>
                  <a:pt x="26885" y="349906"/>
                  <a:pt x="33453" y="358116"/>
                </a:cubicBezTo>
                <a:cubicBezTo>
                  <a:pt x="51613" y="380816"/>
                  <a:pt x="71080" y="426413"/>
                  <a:pt x="100361" y="436174"/>
                </a:cubicBezTo>
                <a:lnTo>
                  <a:pt x="133814" y="447326"/>
                </a:lnTo>
                <a:cubicBezTo>
                  <a:pt x="186929" y="500438"/>
                  <a:pt x="161579" y="486378"/>
                  <a:pt x="301083" y="458477"/>
                </a:cubicBezTo>
                <a:cubicBezTo>
                  <a:pt x="311392" y="456415"/>
                  <a:pt x="315175" y="442742"/>
                  <a:pt x="323385" y="436174"/>
                </a:cubicBezTo>
                <a:cubicBezTo>
                  <a:pt x="359418" y="407347"/>
                  <a:pt x="370765" y="415286"/>
                  <a:pt x="401444" y="369267"/>
                </a:cubicBezTo>
                <a:cubicBezTo>
                  <a:pt x="408878" y="358116"/>
                  <a:pt x="418303" y="348060"/>
                  <a:pt x="423746" y="335813"/>
                </a:cubicBezTo>
                <a:cubicBezTo>
                  <a:pt x="433294" y="314330"/>
                  <a:pt x="446048" y="268906"/>
                  <a:pt x="446048" y="268906"/>
                </a:cubicBezTo>
                <a:cubicBezTo>
                  <a:pt x="442331" y="224301"/>
                  <a:pt x="440812" y="179458"/>
                  <a:pt x="434897" y="135091"/>
                </a:cubicBezTo>
                <a:cubicBezTo>
                  <a:pt x="429420" y="94013"/>
                  <a:pt x="410012" y="87905"/>
                  <a:pt x="379141" y="57033"/>
                </a:cubicBezTo>
                <a:lnTo>
                  <a:pt x="334536" y="12428"/>
                </a:lnTo>
                <a:cubicBezTo>
                  <a:pt x="228839" y="-22804"/>
                  <a:pt x="176560" y="27296"/>
                  <a:pt x="133814" y="34730"/>
                </a:cubicBezTo>
                <a:close/>
              </a:path>
            </a:pathLst>
          </a:custGeom>
          <a:noFill/>
          <a:ln>
            <a:solidFill>
              <a:srgbClr val="4087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3" name="Rectangle 1"/>
          <p:cNvSpPr>
            <a:spLocks noChangeArrowheads="1"/>
          </p:cNvSpPr>
          <p:nvPr/>
        </p:nvSpPr>
        <p:spPr bwMode="auto">
          <a:xfrm rot="10800000" flipV="1">
            <a:off x="5854390" y="5291844"/>
            <a:ext cx="5423210"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4" name="Rectangle 3"/>
          <p:cNvSpPr/>
          <p:nvPr/>
        </p:nvSpPr>
        <p:spPr>
          <a:xfrm>
            <a:off x="5633112" y="2931108"/>
            <a:ext cx="6096000" cy="2862322"/>
          </a:xfrm>
          <a:prstGeom prst="rect">
            <a:avLst/>
          </a:prstGeom>
        </p:spPr>
        <p:txBody>
          <a:bodyPr>
            <a:spAutoFit/>
          </a:bodyPr>
          <a:lstStyle/>
          <a:p>
            <a:r>
              <a:rPr lang="en-US" altLang="en-US">
                <a:solidFill>
                  <a:srgbClr val="408763"/>
                </a:solidFill>
              </a:rPr>
              <a:t>The </a:t>
            </a:r>
            <a:r>
              <a:rPr lang="en-US" altLang="en-US">
                <a:solidFill>
                  <a:srgbClr val="408763"/>
                </a:solidFill>
                <a:latin typeface="Courier New" panose="02070309020205020404" pitchFamily="49" charset="0"/>
                <a:cs typeface="Courier New" panose="02070309020205020404" pitchFamily="49" charset="0"/>
              </a:rPr>
              <a:t>loc</a:t>
            </a:r>
            <a:r>
              <a:rPr lang="en-US" altLang="en-US">
                <a:solidFill>
                  <a:srgbClr val="408763"/>
                </a:solidFill>
              </a:rPr>
              <a:t> operator is required in front of the selection brackets, [].</a:t>
            </a:r>
          </a:p>
          <a:p>
            <a:endParaRPr lang="en-US" altLang="en-US">
              <a:solidFill>
                <a:srgbClr val="408763"/>
              </a:solidFill>
            </a:endParaRPr>
          </a:p>
          <a:p>
            <a:r>
              <a:rPr lang="en-US" altLang="en-US">
                <a:solidFill>
                  <a:srgbClr val="408763"/>
                </a:solidFill>
              </a:rPr>
              <a:t>When using </a:t>
            </a:r>
            <a:r>
              <a:rPr lang="en-US" altLang="en-US">
                <a:solidFill>
                  <a:srgbClr val="408763"/>
                </a:solidFill>
                <a:latin typeface="Courier New" panose="02070309020205020404" pitchFamily="49" charset="0"/>
                <a:cs typeface="Courier New" panose="02070309020205020404" pitchFamily="49" charset="0"/>
              </a:rPr>
              <a:t>loc</a:t>
            </a:r>
            <a:r>
              <a:rPr lang="en-US" altLang="en-US">
                <a:solidFill>
                  <a:srgbClr val="408763"/>
                </a:solidFill>
              </a:rPr>
              <a:t> the part before the comma is the rows you want, and the part after the comma is the columns you want to select.</a:t>
            </a:r>
          </a:p>
          <a:p>
            <a:endParaRPr lang="en-US" altLang="en-US">
              <a:solidFill>
                <a:srgbClr val="408763"/>
              </a:solidFill>
            </a:endParaRPr>
          </a:p>
          <a:p>
            <a:r>
              <a:rPr lang="en-US" altLang="en-US">
                <a:solidFill>
                  <a:srgbClr val="408763"/>
                </a:solidFill>
              </a:rPr>
              <a:t>In this example we </a:t>
            </a:r>
            <a:r>
              <a:rPr lang="en-US" altLang="en-US" smtClean="0">
                <a:solidFill>
                  <a:srgbClr val="408763"/>
                </a:solidFill>
              </a:rPr>
              <a:t>want:</a:t>
            </a:r>
          </a:p>
          <a:p>
            <a:pPr marL="285750" indent="-285750">
              <a:buFontTx/>
              <a:buChar char="-"/>
            </a:pPr>
            <a:r>
              <a:rPr lang="en-US" altLang="en-US" smtClean="0">
                <a:solidFill>
                  <a:srgbClr val="408763"/>
                </a:solidFill>
              </a:rPr>
              <a:t>all </a:t>
            </a:r>
            <a:r>
              <a:rPr lang="en-US" altLang="en-US">
                <a:solidFill>
                  <a:srgbClr val="408763"/>
                </a:solidFill>
              </a:rPr>
              <a:t>the rows where </a:t>
            </a:r>
            <a:r>
              <a:rPr lang="en-US" altLang="en-US" smtClean="0">
                <a:solidFill>
                  <a:srgbClr val="408763"/>
                </a:solidFill>
              </a:rPr>
              <a:t>the </a:t>
            </a:r>
            <a:r>
              <a:rPr lang="en-US" altLang="en-US" i="1" smtClean="0">
                <a:solidFill>
                  <a:srgbClr val="408763"/>
                </a:solidFill>
              </a:rPr>
              <a:t>age</a:t>
            </a:r>
            <a:r>
              <a:rPr lang="en-US" altLang="en-US" smtClean="0">
                <a:solidFill>
                  <a:srgbClr val="408763"/>
                </a:solidFill>
              </a:rPr>
              <a:t> is greater than 30 and</a:t>
            </a:r>
          </a:p>
          <a:p>
            <a:pPr marL="285750" indent="-285750">
              <a:buFontTx/>
              <a:buChar char="-"/>
            </a:pPr>
            <a:r>
              <a:rPr lang="en-US" smtClean="0">
                <a:solidFill>
                  <a:srgbClr val="408763"/>
                </a:solidFill>
              </a:rPr>
              <a:t>all the </a:t>
            </a:r>
            <a:r>
              <a:rPr lang="en-US" i="1" smtClean="0">
                <a:solidFill>
                  <a:srgbClr val="408763"/>
                </a:solidFill>
              </a:rPr>
              <a:t>short_name</a:t>
            </a:r>
            <a:r>
              <a:rPr lang="en-US" smtClean="0">
                <a:solidFill>
                  <a:srgbClr val="408763"/>
                </a:solidFill>
              </a:rPr>
              <a:t> and </a:t>
            </a:r>
            <a:r>
              <a:rPr lang="en-US" i="1" smtClean="0">
                <a:solidFill>
                  <a:srgbClr val="408763"/>
                </a:solidFill>
              </a:rPr>
              <a:t>age</a:t>
            </a:r>
            <a:r>
              <a:rPr lang="en-US" smtClean="0">
                <a:solidFill>
                  <a:srgbClr val="408763"/>
                </a:solidFill>
              </a:rPr>
              <a:t> columns</a:t>
            </a:r>
            <a:endParaRPr lang="en-IE">
              <a:solidFill>
                <a:srgbClr val="408763"/>
              </a:solidFill>
            </a:endParaRPr>
          </a:p>
        </p:txBody>
      </p:sp>
    </p:spTree>
    <p:extLst>
      <p:ext uri="{BB962C8B-B14F-4D97-AF65-F5344CB8AC3E}">
        <p14:creationId xmlns:p14="http://schemas.microsoft.com/office/powerpoint/2010/main" val="382241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43541" y="1377755"/>
            <a:ext cx="8455166" cy="2714742"/>
          </a:xfrm>
          <a:prstGeom prst="rect">
            <a:avLst/>
          </a:prstGeom>
        </p:spPr>
      </p:pic>
      <p:sp>
        <p:nvSpPr>
          <p:cNvPr id="6" name="Title 2"/>
          <p:cNvSpPr>
            <a:spLocks noGrp="1"/>
          </p:cNvSpPr>
          <p:nvPr>
            <p:ph type="title"/>
          </p:nvPr>
        </p:nvSpPr>
        <p:spPr>
          <a:xfrm>
            <a:off x="382635" y="358325"/>
            <a:ext cx="7664430" cy="400023"/>
          </a:xfrm>
          <a:noFill/>
          <a:ln>
            <a:noFill/>
          </a:ln>
        </p:spPr>
        <p:txBody>
          <a:bodyPr spcFirstLastPara="1" wrap="square" lIns="0" tIns="0" rIns="0" bIns="0" anchor="b" anchorCtr="0">
            <a:normAutofit/>
          </a:bodyPr>
          <a:lstStyle/>
          <a:p>
            <a:r>
              <a:rPr lang="en-IE" smtClean="0"/>
              <a:t>Aggregrating Data</a:t>
            </a:r>
            <a:endParaRPr lang="en-IE" dirty="0"/>
          </a:p>
        </p:txBody>
      </p:sp>
      <p:sp>
        <p:nvSpPr>
          <p:cNvPr id="8" name="TextBox 7"/>
          <p:cNvSpPr txBox="1"/>
          <p:nvPr/>
        </p:nvSpPr>
        <p:spPr>
          <a:xfrm>
            <a:off x="6095109" y="3643196"/>
            <a:ext cx="4003598" cy="2308324"/>
          </a:xfrm>
          <a:prstGeom prst="rect">
            <a:avLst/>
          </a:prstGeom>
          <a:noFill/>
        </p:spPr>
        <p:txBody>
          <a:bodyPr wrap="square" rtlCol="0">
            <a:spAutoFit/>
          </a:bodyPr>
          <a:lstStyle/>
          <a:p>
            <a:r>
              <a:rPr lang="en-US" smtClean="0">
                <a:solidFill>
                  <a:srgbClr val="408763"/>
                </a:solidFill>
              </a:rPr>
              <a:t>Available methods:</a:t>
            </a:r>
          </a:p>
          <a:p>
            <a:endParaRPr lang="en-US" smtClean="0">
              <a:solidFill>
                <a:srgbClr val="408763"/>
              </a:solidFill>
            </a:endParaRPr>
          </a:p>
          <a:p>
            <a:r>
              <a:rPr lang="en-US" smtClean="0">
                <a:solidFill>
                  <a:srgbClr val="408763"/>
                </a:solidFill>
                <a:latin typeface="Courier New" panose="02070309020205020404" pitchFamily="49" charset="0"/>
                <a:cs typeface="Courier New" panose="02070309020205020404" pitchFamily="49" charset="0"/>
              </a:rPr>
              <a:t>value_counts</a:t>
            </a:r>
            <a:r>
              <a:rPr lang="en-US">
                <a:solidFill>
                  <a:srgbClr val="408763"/>
                </a:solidFill>
                <a:latin typeface="Courier New" panose="02070309020205020404" pitchFamily="49" charset="0"/>
                <a:cs typeface="Courier New" panose="02070309020205020404" pitchFamily="49" charset="0"/>
              </a:rPr>
              <a:t>()</a:t>
            </a:r>
          </a:p>
          <a:p>
            <a:r>
              <a:rPr lang="en-US" smtClean="0">
                <a:solidFill>
                  <a:srgbClr val="408763"/>
                </a:solidFill>
                <a:latin typeface="Courier New" panose="02070309020205020404" pitchFamily="49" charset="0"/>
                <a:cs typeface="Courier New" panose="02070309020205020404" pitchFamily="49" charset="0"/>
              </a:rPr>
              <a:t>max(), min()</a:t>
            </a:r>
            <a:endParaRPr lang="en-US" dirty="0" smtClean="0">
              <a:solidFill>
                <a:srgbClr val="408763"/>
              </a:solidFill>
              <a:latin typeface="Courier New" panose="02070309020205020404" pitchFamily="49" charset="0"/>
              <a:cs typeface="Courier New" panose="02070309020205020404" pitchFamily="49" charset="0"/>
            </a:endParaRPr>
          </a:p>
          <a:p>
            <a:r>
              <a:rPr lang="en-US">
                <a:solidFill>
                  <a:srgbClr val="408763"/>
                </a:solidFill>
                <a:latin typeface="Courier New" panose="02070309020205020404" pitchFamily="49" charset="0"/>
                <a:cs typeface="Courier New" panose="02070309020205020404" pitchFamily="49" charset="0"/>
              </a:rPr>
              <a:t>m</a:t>
            </a:r>
            <a:r>
              <a:rPr lang="en-US" smtClean="0">
                <a:solidFill>
                  <a:srgbClr val="408763"/>
                </a:solidFill>
                <a:latin typeface="Courier New" panose="02070309020205020404" pitchFamily="49" charset="0"/>
                <a:cs typeface="Courier New" panose="02070309020205020404" pitchFamily="49" charset="0"/>
              </a:rPr>
              <a:t>ean(), median()</a:t>
            </a:r>
          </a:p>
          <a:p>
            <a:r>
              <a:rPr lang="en-US" smtClean="0">
                <a:solidFill>
                  <a:srgbClr val="408763"/>
                </a:solidFill>
                <a:latin typeface="Courier New" panose="02070309020205020404" pitchFamily="49" charset="0"/>
                <a:cs typeface="Courier New" panose="02070309020205020404" pitchFamily="49" charset="0"/>
              </a:rPr>
              <a:t>describe()</a:t>
            </a:r>
          </a:p>
          <a:p>
            <a:endParaRPr lang="en-US" smtClean="0">
              <a:solidFill>
                <a:srgbClr val="408763"/>
              </a:solidFill>
            </a:endParaRPr>
          </a:p>
          <a:p>
            <a:r>
              <a:rPr lang="en-US" smtClean="0">
                <a:solidFill>
                  <a:srgbClr val="408763"/>
                </a:solidFill>
              </a:rPr>
              <a:t>Plus more …</a:t>
            </a:r>
          </a:p>
        </p:txBody>
      </p:sp>
    </p:spTree>
    <p:extLst>
      <p:ext uri="{BB962C8B-B14F-4D97-AF65-F5344CB8AC3E}">
        <p14:creationId xmlns:p14="http://schemas.microsoft.com/office/powerpoint/2010/main" val="235671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p:cNvSpPr>
            <a:spLocks noGrp="1"/>
          </p:cNvSpPr>
          <p:nvPr>
            <p:ph type="title"/>
          </p:nvPr>
        </p:nvSpPr>
        <p:spPr>
          <a:xfrm>
            <a:off x="412769" y="206287"/>
            <a:ext cx="6107300" cy="400023"/>
          </a:xfrm>
        </p:spPr>
        <p:txBody>
          <a:bodyPr/>
          <a:lstStyle/>
          <a:p>
            <a:r>
              <a:rPr lang="en-IE" smtClean="0"/>
              <a:t>Count players by nationality</a:t>
            </a:r>
            <a:endParaRPr lang="en-IE" dirty="0"/>
          </a:p>
        </p:txBody>
      </p:sp>
      <p:sp>
        <p:nvSpPr>
          <p:cNvPr id="8" name="Rectangle 7">
            <a:extLst>
              <a:ext uri="{FF2B5EF4-FFF2-40B4-BE49-F238E27FC236}">
                <a16:creationId xmlns:a16="http://schemas.microsoft.com/office/drawing/2014/main" id="{4C95139A-00A7-5A4E-BD18-1EAB94D2E6F0}"/>
              </a:ext>
            </a:extLst>
          </p:cNvPr>
          <p:cNvSpPr/>
          <p:nvPr/>
        </p:nvSpPr>
        <p:spPr>
          <a:xfrm>
            <a:off x="412769" y="2609456"/>
            <a:ext cx="3519533"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2800" b="0" i="0" u="none" strike="noStrike" kern="0" cap="none" spc="0" normalizeH="0" baseline="0" noProof="0" smtClean="0">
                <a:ln>
                  <a:noFill/>
                </a:ln>
                <a:solidFill>
                  <a:srgbClr val="002D57"/>
                </a:solidFill>
                <a:effectLst/>
                <a:uLnTx/>
                <a:uFillTx/>
                <a:latin typeface="Calibri" panose="020F0502020204030204" pitchFamily="34" charset="0"/>
                <a:cs typeface="Calibri" panose="020F0502020204030204" pitchFamily="34" charset="0"/>
                <a:sym typeface="Arial"/>
              </a:rPr>
              <a:t>Output looks like this:</a:t>
            </a:r>
            <a:endParaRPr kumimoji="0" lang="en-US" sz="2800" b="0" i="0" u="none" strike="noStrike" kern="0" cap="none" spc="0" normalizeH="0" baseline="0" noProof="0" dirty="0">
              <a:ln>
                <a:noFill/>
              </a:ln>
              <a:solidFill>
                <a:srgbClr val="002D57"/>
              </a:solidFill>
              <a:effectLst/>
              <a:uLnTx/>
              <a:uFillTx/>
              <a:latin typeface="Calibri" panose="020F0502020204030204" pitchFamily="34" charset="0"/>
              <a:cs typeface="Calibri" panose="020F0502020204030204" pitchFamily="34" charset="0"/>
              <a:sym typeface="Arial"/>
            </a:endParaRPr>
          </a:p>
        </p:txBody>
      </p:sp>
      <p:sp>
        <p:nvSpPr>
          <p:cNvPr id="2" name="Rectangle 1"/>
          <p:cNvSpPr/>
          <p:nvPr/>
        </p:nvSpPr>
        <p:spPr>
          <a:xfrm>
            <a:off x="5290457" y="3896026"/>
            <a:ext cx="6096000" cy="369332"/>
          </a:xfrm>
          <a:prstGeom prst="rect">
            <a:avLst/>
          </a:prstGeom>
        </p:spPr>
        <p:txBody>
          <a:bodyPr>
            <a:spAutoFit/>
          </a:bodyPr>
          <a:lstStyle/>
          <a:p>
            <a:endParaRPr lang="en-IE"/>
          </a:p>
        </p:txBody>
      </p:sp>
      <p:sp>
        <p:nvSpPr>
          <p:cNvPr id="10" name="Rectangle 9"/>
          <p:cNvSpPr/>
          <p:nvPr/>
        </p:nvSpPr>
        <p:spPr>
          <a:xfrm>
            <a:off x="59725" y="889185"/>
            <a:ext cx="12017521" cy="1437396"/>
          </a:xfrm>
          <a:prstGeom prst="rect">
            <a:avLst/>
          </a:prstGeom>
          <a:gradFill flip="none" rotWithShape="1">
            <a:gsLst>
              <a:gs pos="0">
                <a:srgbClr val="FED548"/>
              </a:gs>
              <a:gs pos="0">
                <a:srgbClr val="FFFF00">
                  <a:alpha val="0"/>
                </a:srgbClr>
              </a:gs>
              <a:gs pos="100000">
                <a:srgbClr val="FFC000">
                  <a:lumMod val="100000"/>
                </a:srgbClr>
              </a:gs>
            </a:gsLst>
            <a:lin ang="2700000" scaled="1"/>
            <a:tileRect/>
          </a:gradFill>
          <a:ln w="50800" cap="flat" cmpd="sng" algn="ctr">
            <a:solidFill>
              <a:srgbClr val="3872A4"/>
            </a:solidFill>
            <a:prstDash val="solid"/>
            <a:miter lim="800000"/>
          </a:ln>
          <a:effectLst/>
        </p:spPr>
        <p:txBody>
          <a:bodyPr rot="0" spcFirstLastPara="0" vert="horz" wrap="square" lIns="121920" tIns="60960" rIns="121920" bIns="60960" numCol="1" spcCol="0" rtlCol="0" fromWordArt="0" anchor="ctr" anchorCtr="0" forceAA="0" compatLnSpc="1">
            <a:prstTxWarp prst="textNoShape">
              <a:avLst/>
            </a:prstTxWarp>
            <a:noAutofit/>
          </a:bodyPr>
          <a:lstStyle/>
          <a:p>
            <a:pPr>
              <a:buClr>
                <a:srgbClr val="000000"/>
              </a:buClr>
              <a:buFont typeface="Arial"/>
              <a:buNone/>
            </a:pPr>
            <a:r>
              <a:rPr lang="en-US" sz="1400" kern="0">
                <a:solidFill>
                  <a:schemeClr val="tx1">
                    <a:lumMod val="50000"/>
                  </a:schemeClr>
                </a:solidFill>
                <a:latin typeface="Courier New" panose="02070309020205020404" pitchFamily="49" charset="0"/>
                <a:cs typeface="Courier New" panose="02070309020205020404" pitchFamily="49" charset="0"/>
              </a:rPr>
              <a:t>fifa_df1 = fifa_df[['short_name', 'age', 'nationality', 'club_name', 'league_name', 'value_eur', 'wage_eur']]</a:t>
            </a:r>
          </a:p>
          <a:p>
            <a:pPr>
              <a:buClr>
                <a:srgbClr val="000000"/>
              </a:buClr>
              <a:buFont typeface="Arial"/>
              <a:buNone/>
            </a:pPr>
            <a:endParaRPr lang="en-US" sz="1600" kern="0">
              <a:solidFill>
                <a:schemeClr val="tx1">
                  <a:lumMod val="50000"/>
                </a:schemeClr>
              </a:solidFill>
              <a:latin typeface="Courier New" panose="02070309020205020404" pitchFamily="49" charset="0"/>
              <a:cs typeface="Courier New" panose="02070309020205020404" pitchFamily="49" charset="0"/>
            </a:endParaRPr>
          </a:p>
          <a:p>
            <a:pPr>
              <a:buClr>
                <a:srgbClr val="000000"/>
              </a:buClr>
              <a:buFont typeface="Arial"/>
              <a:buNone/>
            </a:pPr>
            <a:r>
              <a:rPr lang="en-US" sz="1600" kern="0" smtClean="0">
                <a:solidFill>
                  <a:schemeClr val="tx1">
                    <a:lumMod val="50000"/>
                  </a:schemeClr>
                </a:solidFill>
                <a:latin typeface="Courier New" panose="02070309020205020404" pitchFamily="49" charset="0"/>
                <a:cs typeface="Courier New" panose="02070309020205020404" pitchFamily="49" charset="0"/>
              </a:rPr>
              <a:t>nationality_counts </a:t>
            </a:r>
            <a:r>
              <a:rPr lang="en-US" sz="1600" kern="0">
                <a:solidFill>
                  <a:schemeClr val="tx1">
                    <a:lumMod val="50000"/>
                  </a:schemeClr>
                </a:solidFill>
                <a:latin typeface="Courier New" panose="02070309020205020404" pitchFamily="49" charset="0"/>
                <a:cs typeface="Courier New" panose="02070309020205020404" pitchFamily="49" charset="0"/>
              </a:rPr>
              <a:t>= fifa_df1['nationality'].value_counts()</a:t>
            </a:r>
          </a:p>
          <a:p>
            <a:pPr>
              <a:buClr>
                <a:srgbClr val="000000"/>
              </a:buClr>
              <a:buFont typeface="Arial"/>
              <a:buNone/>
            </a:pPr>
            <a:r>
              <a:rPr lang="en-US" sz="1600" kern="0">
                <a:solidFill>
                  <a:schemeClr val="tx1">
                    <a:lumMod val="50000"/>
                  </a:schemeClr>
                </a:solidFill>
                <a:latin typeface="Courier New" panose="02070309020205020404" pitchFamily="49" charset="0"/>
                <a:cs typeface="Courier New" panose="02070309020205020404" pitchFamily="49" charset="0"/>
              </a:rPr>
              <a:t>print(nationality_counts)</a:t>
            </a:r>
            <a:endParaRPr lang="en-IE" sz="1600" kern="0">
              <a:solidFill>
                <a:schemeClr val="tx1">
                  <a:lumMod val="50000"/>
                </a:schemeClr>
              </a:solidFill>
              <a:latin typeface="Courier New" panose="02070309020205020404" pitchFamily="49" charset="0"/>
              <a:cs typeface="Courier New" panose="02070309020205020404" pitchFamily="49" charset="0"/>
            </a:endParaRPr>
          </a:p>
        </p:txBody>
      </p:sp>
      <p:pic>
        <p:nvPicPr>
          <p:cNvPr id="6" name="Picture 5"/>
          <p:cNvPicPr>
            <a:picLocks noChangeAspect="1"/>
          </p:cNvPicPr>
          <p:nvPr/>
        </p:nvPicPr>
        <p:blipFill>
          <a:blip r:embed="rId3"/>
          <a:stretch>
            <a:fillRect/>
          </a:stretch>
        </p:blipFill>
        <p:spPr>
          <a:xfrm>
            <a:off x="607036" y="3321400"/>
            <a:ext cx="6650532" cy="3190912"/>
          </a:xfrm>
          <a:prstGeom prst="rect">
            <a:avLst/>
          </a:prstGeom>
          <a:noFill/>
          <a:ln>
            <a:solidFill>
              <a:schemeClr val="tx1">
                <a:lumMod val="50000"/>
              </a:schemeClr>
            </a:solidFill>
          </a:ln>
        </p:spPr>
      </p:pic>
      <p:sp>
        <p:nvSpPr>
          <p:cNvPr id="7" name="Rectangle 1"/>
          <p:cNvSpPr>
            <a:spLocks noChangeArrowheads="1"/>
          </p:cNvSpPr>
          <p:nvPr/>
        </p:nvSpPr>
        <p:spPr bwMode="auto">
          <a:xfrm>
            <a:off x="8014009" y="3727006"/>
            <a:ext cx="3699019" cy="923330"/>
          </a:xfrm>
          <a:prstGeom prst="rect">
            <a:avLst/>
          </a:prstGeom>
          <a:noFill/>
        </p:spPr>
        <p:txBody>
          <a:bodyPr wrap="square" rtlCol="0">
            <a:spAutoFit/>
          </a:bodyPr>
          <a:lstStyle/>
          <a:p>
            <a:r>
              <a:rPr lang="en-US" altLang="en-US">
                <a:solidFill>
                  <a:srgbClr val="408763"/>
                </a:solidFill>
                <a:latin typeface="Courier New" panose="02070309020205020404" pitchFamily="49" charset="0"/>
                <a:cs typeface="Courier New" panose="02070309020205020404" pitchFamily="49" charset="0"/>
              </a:rPr>
              <a:t>value_counts</a:t>
            </a:r>
            <a:r>
              <a:rPr lang="en-US" altLang="en-US">
                <a:solidFill>
                  <a:srgbClr val="408763"/>
                </a:solidFill>
              </a:rPr>
              <a:t> </a:t>
            </a:r>
            <a:r>
              <a:rPr lang="en-US" altLang="en-US" smtClean="0">
                <a:solidFill>
                  <a:srgbClr val="408763"/>
                </a:solidFill>
              </a:rPr>
              <a:t>counts </a:t>
            </a:r>
            <a:r>
              <a:rPr lang="en-US" altLang="en-US">
                <a:solidFill>
                  <a:srgbClr val="408763"/>
                </a:solidFill>
              </a:rPr>
              <a:t>the number of entries in each category of a variable </a:t>
            </a:r>
          </a:p>
        </p:txBody>
      </p:sp>
    </p:spTree>
    <p:extLst>
      <p:ext uri="{BB962C8B-B14F-4D97-AF65-F5344CB8AC3E}">
        <p14:creationId xmlns:p14="http://schemas.microsoft.com/office/powerpoint/2010/main" val="589858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p:cNvSpPr>
            <a:spLocks noGrp="1"/>
          </p:cNvSpPr>
          <p:nvPr>
            <p:ph type="title"/>
          </p:nvPr>
        </p:nvSpPr>
        <p:spPr>
          <a:xfrm>
            <a:off x="412769" y="206287"/>
            <a:ext cx="6554088" cy="400023"/>
          </a:xfrm>
        </p:spPr>
        <p:txBody>
          <a:bodyPr>
            <a:normAutofit/>
          </a:bodyPr>
          <a:lstStyle/>
          <a:p>
            <a:r>
              <a:rPr lang="en-IE" smtClean="0"/>
              <a:t>Minumum, Maximum and Averages </a:t>
            </a:r>
            <a:endParaRPr lang="en-IE" dirty="0"/>
          </a:p>
        </p:txBody>
      </p:sp>
      <p:sp>
        <p:nvSpPr>
          <p:cNvPr id="8" name="Rectangle 7">
            <a:extLst>
              <a:ext uri="{FF2B5EF4-FFF2-40B4-BE49-F238E27FC236}">
                <a16:creationId xmlns:a16="http://schemas.microsoft.com/office/drawing/2014/main" id="{4C95139A-00A7-5A4E-BD18-1EAB94D2E6F0}"/>
              </a:ext>
            </a:extLst>
          </p:cNvPr>
          <p:cNvSpPr/>
          <p:nvPr/>
        </p:nvSpPr>
        <p:spPr>
          <a:xfrm>
            <a:off x="322063" y="3894184"/>
            <a:ext cx="3519533"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2800" b="0" i="0" u="none" strike="noStrike" kern="0" cap="none" spc="0" normalizeH="0" baseline="0" noProof="0" smtClean="0">
                <a:ln>
                  <a:noFill/>
                </a:ln>
                <a:solidFill>
                  <a:srgbClr val="002D57"/>
                </a:solidFill>
                <a:effectLst/>
                <a:uLnTx/>
                <a:uFillTx/>
                <a:latin typeface="Calibri" panose="020F0502020204030204" pitchFamily="34" charset="0"/>
                <a:cs typeface="Calibri" panose="020F0502020204030204" pitchFamily="34" charset="0"/>
                <a:sym typeface="Arial"/>
              </a:rPr>
              <a:t>Output looks like this:</a:t>
            </a:r>
            <a:endParaRPr kumimoji="0" lang="en-US" sz="2800" b="0" i="0" u="none" strike="noStrike" kern="0" cap="none" spc="0" normalizeH="0" baseline="0" noProof="0" dirty="0">
              <a:ln>
                <a:noFill/>
              </a:ln>
              <a:solidFill>
                <a:srgbClr val="002D57"/>
              </a:solidFill>
              <a:effectLst/>
              <a:uLnTx/>
              <a:uFillTx/>
              <a:latin typeface="Calibri" panose="020F0502020204030204" pitchFamily="34" charset="0"/>
              <a:cs typeface="Calibri" panose="020F0502020204030204" pitchFamily="34" charset="0"/>
              <a:sym typeface="Arial"/>
            </a:endParaRPr>
          </a:p>
        </p:txBody>
      </p:sp>
      <p:sp>
        <p:nvSpPr>
          <p:cNvPr id="2" name="Rectangle 1"/>
          <p:cNvSpPr/>
          <p:nvPr/>
        </p:nvSpPr>
        <p:spPr>
          <a:xfrm>
            <a:off x="5290457" y="3896026"/>
            <a:ext cx="6096000" cy="369332"/>
          </a:xfrm>
          <a:prstGeom prst="rect">
            <a:avLst/>
          </a:prstGeom>
        </p:spPr>
        <p:txBody>
          <a:bodyPr>
            <a:spAutoFit/>
          </a:bodyPr>
          <a:lstStyle/>
          <a:p>
            <a:endParaRPr lang="en-IE"/>
          </a:p>
        </p:txBody>
      </p:sp>
      <p:sp>
        <p:nvSpPr>
          <p:cNvPr id="10" name="Rectangle 9"/>
          <p:cNvSpPr/>
          <p:nvPr/>
        </p:nvSpPr>
        <p:spPr>
          <a:xfrm>
            <a:off x="92382" y="858120"/>
            <a:ext cx="12017521" cy="2837821"/>
          </a:xfrm>
          <a:prstGeom prst="rect">
            <a:avLst/>
          </a:prstGeom>
          <a:gradFill flip="none" rotWithShape="1">
            <a:gsLst>
              <a:gs pos="0">
                <a:srgbClr val="FED548"/>
              </a:gs>
              <a:gs pos="0">
                <a:srgbClr val="FFFF00">
                  <a:alpha val="0"/>
                </a:srgbClr>
              </a:gs>
              <a:gs pos="100000">
                <a:srgbClr val="FFC000">
                  <a:lumMod val="100000"/>
                </a:srgbClr>
              </a:gs>
            </a:gsLst>
            <a:lin ang="2700000" scaled="1"/>
            <a:tileRect/>
          </a:gradFill>
          <a:ln w="50800" cap="flat" cmpd="sng" algn="ctr">
            <a:solidFill>
              <a:srgbClr val="3872A4"/>
            </a:solidFill>
            <a:prstDash val="solid"/>
            <a:miter lim="800000"/>
          </a:ln>
          <a:effectLst/>
        </p:spPr>
        <p:txBody>
          <a:bodyPr rot="0" spcFirstLastPara="0" vert="horz" wrap="square" lIns="121920" tIns="60960" rIns="121920" bIns="60960" numCol="1" spcCol="0" rtlCol="0" fromWordArt="0" anchor="ctr" anchorCtr="0" forceAA="0" compatLnSpc="1">
            <a:prstTxWarp prst="textNoShape">
              <a:avLst/>
            </a:prstTxWarp>
            <a:noAutofit/>
          </a:bodyPr>
          <a:lstStyle/>
          <a:p>
            <a:pPr>
              <a:buClr>
                <a:srgbClr val="000000"/>
              </a:buClr>
              <a:buFont typeface="Arial"/>
              <a:buNone/>
            </a:pPr>
            <a:r>
              <a:rPr lang="en-US" sz="1400" kern="0">
                <a:solidFill>
                  <a:schemeClr val="tx1">
                    <a:lumMod val="50000"/>
                  </a:schemeClr>
                </a:solidFill>
                <a:latin typeface="Courier New" panose="02070309020205020404" pitchFamily="49" charset="0"/>
                <a:cs typeface="Courier New" panose="02070309020205020404" pitchFamily="49" charset="0"/>
              </a:rPr>
              <a:t>fifa_df1 = fifa_df[['short_name', 'age', 'nationality', 'club_name', 'league_name', 'value_eur', 'wage_eur']]</a:t>
            </a:r>
          </a:p>
          <a:p>
            <a:pPr>
              <a:buClr>
                <a:srgbClr val="000000"/>
              </a:buClr>
              <a:buFont typeface="Arial"/>
              <a:buNone/>
            </a:pPr>
            <a:endParaRPr lang="en-US" sz="1600" kern="0">
              <a:solidFill>
                <a:schemeClr val="tx1">
                  <a:lumMod val="50000"/>
                </a:schemeClr>
              </a:solidFill>
              <a:latin typeface="Courier New" panose="02070309020205020404" pitchFamily="49" charset="0"/>
              <a:cs typeface="Courier New" panose="02070309020205020404" pitchFamily="49" charset="0"/>
            </a:endParaRPr>
          </a:p>
          <a:p>
            <a:pPr>
              <a:buClr>
                <a:srgbClr val="000000"/>
              </a:buClr>
              <a:buFont typeface="Arial"/>
              <a:buNone/>
            </a:pPr>
            <a:r>
              <a:rPr lang="en-US" sz="1600" kern="0">
                <a:solidFill>
                  <a:srgbClr val="FF0000"/>
                </a:solidFill>
                <a:latin typeface="Courier New" panose="02070309020205020404" pitchFamily="49" charset="0"/>
                <a:cs typeface="Courier New" panose="02070309020205020404" pitchFamily="49" charset="0"/>
              </a:rPr>
              <a:t># What is the average player age?</a:t>
            </a:r>
          </a:p>
          <a:p>
            <a:pPr>
              <a:buClr>
                <a:srgbClr val="000000"/>
              </a:buClr>
              <a:buFont typeface="Arial"/>
              <a:buNone/>
            </a:pPr>
            <a:r>
              <a:rPr lang="en-US" sz="1600" kern="0">
                <a:solidFill>
                  <a:schemeClr val="tx1">
                    <a:lumMod val="50000"/>
                  </a:schemeClr>
                </a:solidFill>
                <a:latin typeface="Courier New" panose="02070309020205020404" pitchFamily="49" charset="0"/>
                <a:cs typeface="Courier New" panose="02070309020205020404" pitchFamily="49" charset="0"/>
              </a:rPr>
              <a:t>print("Average player age:", fifa_df1['age'].mean())</a:t>
            </a:r>
          </a:p>
          <a:p>
            <a:pPr>
              <a:buClr>
                <a:srgbClr val="000000"/>
              </a:buClr>
              <a:buFont typeface="Arial"/>
              <a:buNone/>
            </a:pPr>
            <a:endParaRPr lang="en-US" sz="1600" kern="0" smtClean="0">
              <a:solidFill>
                <a:srgbClr val="FF0000"/>
              </a:solidFill>
              <a:latin typeface="Courier New" panose="02070309020205020404" pitchFamily="49" charset="0"/>
              <a:cs typeface="Courier New" panose="02070309020205020404" pitchFamily="49" charset="0"/>
            </a:endParaRPr>
          </a:p>
          <a:p>
            <a:pPr>
              <a:buClr>
                <a:srgbClr val="000000"/>
              </a:buClr>
              <a:buFont typeface="Arial"/>
              <a:buNone/>
            </a:pPr>
            <a:r>
              <a:rPr lang="en-US" sz="1600" kern="0" smtClean="0">
                <a:solidFill>
                  <a:srgbClr val="FF0000"/>
                </a:solidFill>
                <a:latin typeface="Courier New" panose="02070309020205020404" pitchFamily="49" charset="0"/>
                <a:cs typeface="Courier New" panose="02070309020205020404" pitchFamily="49" charset="0"/>
              </a:rPr>
              <a:t># </a:t>
            </a:r>
            <a:r>
              <a:rPr lang="en-US" sz="1600" kern="0">
                <a:solidFill>
                  <a:srgbClr val="FF0000"/>
                </a:solidFill>
                <a:latin typeface="Courier New" panose="02070309020205020404" pitchFamily="49" charset="0"/>
                <a:cs typeface="Courier New" panose="02070309020205020404" pitchFamily="49" charset="0"/>
              </a:rPr>
              <a:t>What </a:t>
            </a:r>
            <a:r>
              <a:rPr lang="en-US" sz="1600" kern="0" smtClean="0">
                <a:solidFill>
                  <a:srgbClr val="FF0000"/>
                </a:solidFill>
                <a:latin typeface="Courier New" panose="02070309020205020404" pitchFamily="49" charset="0"/>
                <a:cs typeface="Courier New" panose="02070309020205020404" pitchFamily="49" charset="0"/>
              </a:rPr>
              <a:t>are the </a:t>
            </a:r>
            <a:r>
              <a:rPr lang="en-US" sz="1600" kern="0">
                <a:solidFill>
                  <a:srgbClr val="FF0000"/>
                </a:solidFill>
                <a:latin typeface="Courier New" panose="02070309020205020404" pitchFamily="49" charset="0"/>
                <a:cs typeface="Courier New" panose="02070309020205020404" pitchFamily="49" charset="0"/>
              </a:rPr>
              <a:t>youngest and oldest ages</a:t>
            </a:r>
          </a:p>
          <a:p>
            <a:pPr>
              <a:buClr>
                <a:srgbClr val="000000"/>
              </a:buClr>
              <a:buFont typeface="Arial"/>
              <a:buNone/>
            </a:pPr>
            <a:r>
              <a:rPr lang="en-US" sz="1600" kern="0">
                <a:solidFill>
                  <a:schemeClr val="tx1">
                    <a:lumMod val="50000"/>
                  </a:schemeClr>
                </a:solidFill>
                <a:latin typeface="Courier New" panose="02070309020205020404" pitchFamily="49" charset="0"/>
                <a:cs typeface="Courier New" panose="02070309020205020404" pitchFamily="49" charset="0"/>
              </a:rPr>
              <a:t>print("Youngest:", fifa_df1['age'].min())</a:t>
            </a:r>
          </a:p>
          <a:p>
            <a:pPr>
              <a:buClr>
                <a:srgbClr val="000000"/>
              </a:buClr>
              <a:buFont typeface="Arial"/>
              <a:buNone/>
            </a:pPr>
            <a:r>
              <a:rPr lang="en-US" sz="1600" kern="0">
                <a:solidFill>
                  <a:schemeClr val="tx1">
                    <a:lumMod val="50000"/>
                  </a:schemeClr>
                </a:solidFill>
                <a:latin typeface="Courier New" panose="02070309020205020404" pitchFamily="49" charset="0"/>
                <a:cs typeface="Courier New" panose="02070309020205020404" pitchFamily="49" charset="0"/>
              </a:rPr>
              <a:t>print("Oldest:", fifa_df1['age'].max())</a:t>
            </a:r>
          </a:p>
          <a:p>
            <a:pPr>
              <a:buClr>
                <a:srgbClr val="000000"/>
              </a:buClr>
              <a:buFont typeface="Arial"/>
              <a:buNone/>
            </a:pPr>
            <a:endParaRPr lang="en-US" sz="1600" kern="0">
              <a:solidFill>
                <a:schemeClr val="tx1">
                  <a:lumMod val="50000"/>
                </a:schemeClr>
              </a:solidFill>
              <a:latin typeface="Courier New" panose="02070309020205020404" pitchFamily="49" charset="0"/>
              <a:cs typeface="Courier New" panose="02070309020205020404" pitchFamily="49" charset="0"/>
            </a:endParaRPr>
          </a:p>
          <a:p>
            <a:pPr>
              <a:buClr>
                <a:srgbClr val="000000"/>
              </a:buClr>
              <a:buFont typeface="Arial"/>
              <a:buNone/>
            </a:pPr>
            <a:r>
              <a:rPr lang="en-US" sz="1600" kern="0">
                <a:solidFill>
                  <a:srgbClr val="FF0000"/>
                </a:solidFill>
                <a:latin typeface="Courier New" panose="02070309020205020404" pitchFamily="49" charset="0"/>
                <a:cs typeface="Courier New" panose="02070309020205020404" pitchFamily="49" charset="0"/>
              </a:rPr>
              <a:t># What is the median age and wage of a </a:t>
            </a:r>
            <a:r>
              <a:rPr lang="en-US" sz="1600" kern="0" smtClean="0">
                <a:solidFill>
                  <a:srgbClr val="FF0000"/>
                </a:solidFill>
                <a:latin typeface="Courier New" panose="02070309020205020404" pitchFamily="49" charset="0"/>
                <a:cs typeface="Courier New" panose="02070309020205020404" pitchFamily="49" charset="0"/>
              </a:rPr>
              <a:t>player?</a:t>
            </a:r>
            <a:endParaRPr lang="en-US" sz="1600" kern="0">
              <a:solidFill>
                <a:srgbClr val="FF0000"/>
              </a:solidFill>
              <a:latin typeface="Courier New" panose="02070309020205020404" pitchFamily="49" charset="0"/>
              <a:cs typeface="Courier New" panose="02070309020205020404" pitchFamily="49" charset="0"/>
            </a:endParaRPr>
          </a:p>
          <a:p>
            <a:pPr>
              <a:buClr>
                <a:srgbClr val="000000"/>
              </a:buClr>
              <a:buFont typeface="Arial"/>
              <a:buNone/>
            </a:pPr>
            <a:r>
              <a:rPr lang="en-US" sz="1600" kern="0">
                <a:solidFill>
                  <a:schemeClr val="tx1">
                    <a:lumMod val="50000"/>
                  </a:schemeClr>
                </a:solidFill>
                <a:latin typeface="Courier New" panose="02070309020205020404" pitchFamily="49" charset="0"/>
                <a:cs typeface="Courier New" panose="02070309020205020404" pitchFamily="49" charset="0"/>
              </a:rPr>
              <a:t>print("Median age/wage:\n", fifa_df1[['age', 'wage_eur']].median())</a:t>
            </a:r>
            <a:endParaRPr lang="en-IE" sz="1600" kern="0">
              <a:solidFill>
                <a:schemeClr val="tx1">
                  <a:lumMod val="50000"/>
                </a:schemeClr>
              </a:solidFill>
              <a:latin typeface="Courier New" panose="02070309020205020404" pitchFamily="49" charset="0"/>
              <a:cs typeface="Courier New" panose="02070309020205020404" pitchFamily="49" charset="0"/>
            </a:endParaRPr>
          </a:p>
        </p:txBody>
      </p:sp>
      <p:pic>
        <p:nvPicPr>
          <p:cNvPr id="3" name="Picture 2"/>
          <p:cNvPicPr>
            <a:picLocks noChangeAspect="1"/>
          </p:cNvPicPr>
          <p:nvPr/>
        </p:nvPicPr>
        <p:blipFill>
          <a:blip r:embed="rId3"/>
          <a:stretch>
            <a:fillRect/>
          </a:stretch>
        </p:blipFill>
        <p:spPr>
          <a:xfrm>
            <a:off x="799419" y="4615647"/>
            <a:ext cx="4714875" cy="1581150"/>
          </a:xfrm>
          <a:prstGeom prst="rect">
            <a:avLst/>
          </a:prstGeom>
          <a:ln>
            <a:solidFill>
              <a:schemeClr val="tx1">
                <a:lumMod val="50000"/>
              </a:schemeClr>
            </a:solidFill>
          </a:ln>
        </p:spPr>
      </p:pic>
    </p:spTree>
    <p:extLst>
      <p:ext uri="{BB962C8B-B14F-4D97-AF65-F5344CB8AC3E}">
        <p14:creationId xmlns:p14="http://schemas.microsoft.com/office/powerpoint/2010/main" val="1818192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p:cNvSpPr>
            <a:spLocks noGrp="1"/>
          </p:cNvSpPr>
          <p:nvPr>
            <p:ph type="title"/>
          </p:nvPr>
        </p:nvSpPr>
        <p:spPr>
          <a:xfrm>
            <a:off x="382635" y="358325"/>
            <a:ext cx="7664430" cy="400023"/>
          </a:xfrm>
          <a:noFill/>
          <a:ln>
            <a:noFill/>
          </a:ln>
        </p:spPr>
        <p:txBody>
          <a:bodyPr spcFirstLastPara="1" wrap="square" lIns="0" tIns="0" rIns="0" bIns="0" anchor="b" anchorCtr="0">
            <a:normAutofit/>
          </a:bodyPr>
          <a:lstStyle/>
          <a:p>
            <a:r>
              <a:rPr lang="en-IE" smtClean="0"/>
              <a:t>Grouping Data</a:t>
            </a:r>
            <a:endParaRPr lang="en-IE" dirty="0"/>
          </a:p>
        </p:txBody>
      </p:sp>
      <p:pic>
        <p:nvPicPr>
          <p:cNvPr id="10" name="Picture 9"/>
          <p:cNvPicPr>
            <a:picLocks noChangeAspect="1"/>
          </p:cNvPicPr>
          <p:nvPr/>
        </p:nvPicPr>
        <p:blipFill>
          <a:blip r:embed="rId2"/>
          <a:stretch>
            <a:fillRect/>
          </a:stretch>
        </p:blipFill>
        <p:spPr>
          <a:xfrm>
            <a:off x="1165680" y="1524812"/>
            <a:ext cx="2257425" cy="2276475"/>
          </a:xfrm>
          <a:prstGeom prst="rect">
            <a:avLst/>
          </a:prstGeom>
        </p:spPr>
      </p:pic>
      <p:pic>
        <p:nvPicPr>
          <p:cNvPr id="11" name="Picture 10"/>
          <p:cNvPicPr>
            <a:picLocks noChangeAspect="1"/>
          </p:cNvPicPr>
          <p:nvPr/>
        </p:nvPicPr>
        <p:blipFill>
          <a:blip r:embed="rId3"/>
          <a:stretch>
            <a:fillRect/>
          </a:stretch>
        </p:blipFill>
        <p:spPr>
          <a:xfrm>
            <a:off x="3752151" y="1537383"/>
            <a:ext cx="1628775" cy="1971675"/>
          </a:xfrm>
          <a:prstGeom prst="rect">
            <a:avLst/>
          </a:prstGeom>
        </p:spPr>
      </p:pic>
      <p:pic>
        <p:nvPicPr>
          <p:cNvPr id="12" name="Picture 11"/>
          <p:cNvPicPr>
            <a:picLocks noChangeAspect="1"/>
          </p:cNvPicPr>
          <p:nvPr/>
        </p:nvPicPr>
        <p:blipFill>
          <a:blip r:embed="rId4"/>
          <a:stretch>
            <a:fillRect/>
          </a:stretch>
        </p:blipFill>
        <p:spPr>
          <a:xfrm>
            <a:off x="5694073" y="1557943"/>
            <a:ext cx="1400175" cy="2085975"/>
          </a:xfrm>
          <a:prstGeom prst="rect">
            <a:avLst/>
          </a:prstGeom>
        </p:spPr>
      </p:pic>
      <p:pic>
        <p:nvPicPr>
          <p:cNvPr id="13" name="Picture 12"/>
          <p:cNvPicPr>
            <a:picLocks noChangeAspect="1"/>
          </p:cNvPicPr>
          <p:nvPr/>
        </p:nvPicPr>
        <p:blipFill>
          <a:blip r:embed="rId5"/>
          <a:stretch>
            <a:fillRect/>
          </a:stretch>
        </p:blipFill>
        <p:spPr>
          <a:xfrm>
            <a:off x="7752340" y="1610537"/>
            <a:ext cx="2390775" cy="2190750"/>
          </a:xfrm>
          <a:prstGeom prst="rect">
            <a:avLst/>
          </a:prstGeom>
        </p:spPr>
      </p:pic>
      <p:sp>
        <p:nvSpPr>
          <p:cNvPr id="14" name="Rectangle 13"/>
          <p:cNvSpPr/>
          <p:nvPr/>
        </p:nvSpPr>
        <p:spPr>
          <a:xfrm>
            <a:off x="287035" y="788813"/>
            <a:ext cx="6412974" cy="369332"/>
          </a:xfrm>
          <a:prstGeom prst="rect">
            <a:avLst/>
          </a:prstGeom>
        </p:spPr>
        <p:txBody>
          <a:bodyPr wrap="none">
            <a:spAutoFit/>
          </a:bodyPr>
          <a:lstStyle/>
          <a:p>
            <a:r>
              <a:rPr lang="en-IE" smtClean="0"/>
              <a:t>Let’s say we wanted to see the average wages by player age</a:t>
            </a:r>
            <a:endParaRPr lang="en-IE"/>
          </a:p>
        </p:txBody>
      </p:sp>
      <p:sp>
        <p:nvSpPr>
          <p:cNvPr id="15" name="Rectangle 14"/>
          <p:cNvSpPr/>
          <p:nvPr/>
        </p:nvSpPr>
        <p:spPr>
          <a:xfrm>
            <a:off x="44604" y="4653476"/>
            <a:ext cx="12017521" cy="1349821"/>
          </a:xfrm>
          <a:prstGeom prst="rect">
            <a:avLst/>
          </a:prstGeom>
          <a:gradFill flip="none" rotWithShape="1">
            <a:gsLst>
              <a:gs pos="0">
                <a:srgbClr val="FED548"/>
              </a:gs>
              <a:gs pos="0">
                <a:srgbClr val="FFFF00">
                  <a:alpha val="0"/>
                </a:srgbClr>
              </a:gs>
              <a:gs pos="100000">
                <a:srgbClr val="FFC000">
                  <a:lumMod val="100000"/>
                </a:srgbClr>
              </a:gs>
            </a:gsLst>
            <a:lin ang="2700000" scaled="1"/>
            <a:tileRect/>
          </a:gradFill>
          <a:ln w="50800" cap="flat" cmpd="sng" algn="ctr">
            <a:solidFill>
              <a:srgbClr val="3872A4"/>
            </a:solidFill>
            <a:prstDash val="solid"/>
            <a:miter lim="800000"/>
          </a:ln>
          <a:effectLst/>
        </p:spPr>
        <p:txBody>
          <a:bodyPr rot="0" spcFirstLastPara="0" vert="horz" wrap="square" lIns="121920" tIns="60960" rIns="121920" bIns="60960" numCol="1" spcCol="0" rtlCol="0" fromWordArt="0" anchor="ctr" anchorCtr="0" forceAA="0" compatLnSpc="1">
            <a:prstTxWarp prst="textNoShape">
              <a:avLst/>
            </a:prstTxWarp>
            <a:noAutofit/>
          </a:bodyPr>
          <a:lstStyle/>
          <a:p>
            <a:pPr>
              <a:buClr>
                <a:srgbClr val="000000"/>
              </a:buClr>
              <a:buFont typeface="Arial"/>
              <a:buNone/>
            </a:pPr>
            <a:r>
              <a:rPr lang="en-US" sz="1400" kern="0">
                <a:solidFill>
                  <a:schemeClr val="tx1">
                    <a:lumMod val="50000"/>
                  </a:schemeClr>
                </a:solidFill>
                <a:latin typeface="Courier New" panose="02070309020205020404" pitchFamily="49" charset="0"/>
                <a:cs typeface="Courier New" panose="02070309020205020404" pitchFamily="49" charset="0"/>
              </a:rPr>
              <a:t>fifa_df1 = fifa_df[['short_name', 'age', 'nationality', 'club_name', 'league_name', 'value_eur', 'wage_eur']]</a:t>
            </a:r>
          </a:p>
          <a:p>
            <a:pPr>
              <a:buClr>
                <a:srgbClr val="000000"/>
              </a:buClr>
              <a:buFont typeface="Arial"/>
              <a:buNone/>
            </a:pPr>
            <a:endParaRPr lang="en-US" sz="1600" kern="0">
              <a:solidFill>
                <a:schemeClr val="tx1">
                  <a:lumMod val="50000"/>
                </a:schemeClr>
              </a:solidFill>
              <a:latin typeface="Courier New" panose="02070309020205020404" pitchFamily="49" charset="0"/>
              <a:cs typeface="Courier New" panose="02070309020205020404" pitchFamily="49" charset="0"/>
            </a:endParaRPr>
          </a:p>
          <a:p>
            <a:pPr>
              <a:buClr>
                <a:srgbClr val="000000"/>
              </a:buClr>
              <a:buFont typeface="Arial"/>
              <a:buNone/>
            </a:pPr>
            <a:r>
              <a:rPr lang="en-US" sz="1600" kern="0">
                <a:solidFill>
                  <a:srgbClr val="FF0000"/>
                </a:solidFill>
                <a:latin typeface="Courier New" panose="02070309020205020404" pitchFamily="49" charset="0"/>
                <a:cs typeface="Courier New" panose="02070309020205020404" pitchFamily="49" charset="0"/>
              </a:rPr>
              <a:t># </a:t>
            </a:r>
            <a:r>
              <a:rPr lang="en-US" sz="1600" kern="0" smtClean="0">
                <a:solidFill>
                  <a:srgbClr val="FF0000"/>
                </a:solidFill>
                <a:latin typeface="Courier New" panose="02070309020205020404" pitchFamily="49" charset="0"/>
                <a:cs typeface="Courier New" panose="02070309020205020404" pitchFamily="49" charset="0"/>
              </a:rPr>
              <a:t>Player wage grouped by age</a:t>
            </a:r>
            <a:r>
              <a:rPr lang="en-US" sz="1600" kern="0">
                <a:solidFill>
                  <a:srgbClr val="FF0000"/>
                </a:solidFill>
                <a:latin typeface="Courier New" panose="02070309020205020404" pitchFamily="49" charset="0"/>
                <a:cs typeface="Courier New" panose="02070309020205020404" pitchFamily="49" charset="0"/>
              </a:rPr>
              <a:t>?</a:t>
            </a:r>
          </a:p>
          <a:p>
            <a:pPr>
              <a:buClr>
                <a:srgbClr val="000000"/>
              </a:buClr>
              <a:buFont typeface="Arial"/>
              <a:buNone/>
            </a:pPr>
            <a:r>
              <a:rPr lang="en-US" sz="1600" kern="0">
                <a:solidFill>
                  <a:schemeClr val="tx1">
                    <a:lumMod val="50000"/>
                  </a:schemeClr>
                </a:solidFill>
                <a:latin typeface="Courier New" panose="02070309020205020404" pitchFamily="49" charset="0"/>
                <a:cs typeface="Courier New" panose="02070309020205020404" pitchFamily="49" charset="0"/>
              </a:rPr>
              <a:t>print(fifa_df1.groupby('age</a:t>
            </a:r>
            <a:r>
              <a:rPr lang="en-US" sz="1600" kern="0" smtClean="0">
                <a:solidFill>
                  <a:schemeClr val="tx1">
                    <a:lumMod val="50000"/>
                  </a:schemeClr>
                </a:solidFill>
                <a:latin typeface="Courier New" panose="02070309020205020404" pitchFamily="49" charset="0"/>
                <a:cs typeface="Courier New" panose="02070309020205020404" pitchFamily="49" charset="0"/>
              </a:rPr>
              <a:t>')['wage_eur'].</a:t>
            </a:r>
            <a:r>
              <a:rPr lang="en-US" sz="1600" kern="0">
                <a:solidFill>
                  <a:schemeClr val="tx1">
                    <a:lumMod val="50000"/>
                  </a:schemeClr>
                </a:solidFill>
                <a:latin typeface="Courier New" panose="02070309020205020404" pitchFamily="49" charset="0"/>
                <a:cs typeface="Courier New" panose="02070309020205020404" pitchFamily="49" charset="0"/>
              </a:rPr>
              <a:t>mean())</a:t>
            </a:r>
            <a:endParaRPr lang="en-IE" sz="1600" kern="0">
              <a:solidFill>
                <a:schemeClr val="tx1">
                  <a:lumMod val="50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1749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C95139A-00A7-5A4E-BD18-1EAB94D2E6F0}"/>
              </a:ext>
            </a:extLst>
          </p:cNvPr>
          <p:cNvSpPr/>
          <p:nvPr/>
        </p:nvSpPr>
        <p:spPr>
          <a:xfrm>
            <a:off x="7233194" y="796016"/>
            <a:ext cx="3519533"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2800" b="0" i="0" u="none" strike="noStrike" kern="0" cap="none" spc="0" normalizeH="0" baseline="0" noProof="0" smtClean="0">
                <a:ln>
                  <a:noFill/>
                </a:ln>
                <a:solidFill>
                  <a:srgbClr val="002D57"/>
                </a:solidFill>
                <a:effectLst/>
                <a:uLnTx/>
                <a:uFillTx/>
                <a:latin typeface="Calibri" panose="020F0502020204030204" pitchFamily="34" charset="0"/>
                <a:cs typeface="Calibri" panose="020F0502020204030204" pitchFamily="34" charset="0"/>
                <a:sym typeface="Arial"/>
              </a:rPr>
              <a:t>Output</a:t>
            </a:r>
            <a:endParaRPr kumimoji="0" lang="en-US" sz="2800" b="0" i="0" u="none" strike="noStrike" kern="0" cap="none" spc="0" normalizeH="0" baseline="0" noProof="0" dirty="0">
              <a:ln>
                <a:noFill/>
              </a:ln>
              <a:solidFill>
                <a:srgbClr val="002D57"/>
              </a:solidFill>
              <a:effectLst/>
              <a:uLnTx/>
              <a:uFillTx/>
              <a:latin typeface="Calibri" panose="020F0502020204030204" pitchFamily="34" charset="0"/>
              <a:cs typeface="Calibri" panose="020F0502020204030204" pitchFamily="34" charset="0"/>
              <a:sym typeface="Arial"/>
            </a:endParaRPr>
          </a:p>
        </p:txBody>
      </p:sp>
      <p:sp>
        <p:nvSpPr>
          <p:cNvPr id="2" name="Rectangle 1"/>
          <p:cNvSpPr/>
          <p:nvPr/>
        </p:nvSpPr>
        <p:spPr>
          <a:xfrm>
            <a:off x="5290457" y="3896026"/>
            <a:ext cx="6096000" cy="369332"/>
          </a:xfrm>
          <a:prstGeom prst="rect">
            <a:avLst/>
          </a:prstGeom>
        </p:spPr>
        <p:txBody>
          <a:bodyPr>
            <a:spAutoFit/>
          </a:bodyPr>
          <a:lstStyle/>
          <a:p>
            <a:endParaRPr lang="en-IE"/>
          </a:p>
        </p:txBody>
      </p:sp>
      <p:sp>
        <p:nvSpPr>
          <p:cNvPr id="4" name="Rectangle 3"/>
          <p:cNvSpPr/>
          <p:nvPr/>
        </p:nvSpPr>
        <p:spPr>
          <a:xfrm>
            <a:off x="7233194" y="1387647"/>
            <a:ext cx="3015343" cy="5016758"/>
          </a:xfrm>
          <a:prstGeom prst="rect">
            <a:avLst/>
          </a:prstGeom>
        </p:spPr>
        <p:txBody>
          <a:bodyPr wrap="square">
            <a:spAutoFit/>
          </a:bodyPr>
          <a:lstStyle/>
          <a:p>
            <a:r>
              <a:rPr lang="en-IE" sz="1600" smtClean="0"/>
              <a:t>age   </a:t>
            </a:r>
            <a:r>
              <a:rPr lang="en-IE" sz="1600"/>
              <a:t>wage_eur</a:t>
            </a:r>
          </a:p>
          <a:p>
            <a:r>
              <a:rPr lang="en-IE" sz="1600" smtClean="0"/>
              <a:t>16     </a:t>
            </a:r>
            <a:r>
              <a:rPr lang="en-IE" sz="1600"/>
              <a:t>601.724138</a:t>
            </a:r>
          </a:p>
          <a:p>
            <a:r>
              <a:rPr lang="en-IE" sz="1600"/>
              <a:t>17     785.897436</a:t>
            </a:r>
          </a:p>
          <a:p>
            <a:r>
              <a:rPr lang="en-IE" sz="1600"/>
              <a:t>18    1196.257485</a:t>
            </a:r>
          </a:p>
          <a:p>
            <a:r>
              <a:rPr lang="en-IE" sz="1600"/>
              <a:t>19    2322.093023</a:t>
            </a:r>
          </a:p>
          <a:p>
            <a:r>
              <a:rPr lang="en-IE" sz="1600"/>
              <a:t>20    4029.747722</a:t>
            </a:r>
          </a:p>
          <a:p>
            <a:r>
              <a:rPr lang="en-IE" sz="1600"/>
              <a:t>21    4380.477223</a:t>
            </a:r>
          </a:p>
          <a:p>
            <a:r>
              <a:rPr lang="en-IE" sz="1600"/>
              <a:t>22    6550.801394</a:t>
            </a:r>
          </a:p>
          <a:p>
            <a:r>
              <a:rPr lang="en-IE" sz="1600"/>
              <a:t>23    7712.287848</a:t>
            </a:r>
          </a:p>
          <a:p>
            <a:r>
              <a:rPr lang="en-IE" sz="1600"/>
              <a:t>24    8726.177091</a:t>
            </a:r>
          </a:p>
          <a:p>
            <a:r>
              <a:rPr lang="en-IE" sz="1600"/>
              <a:t>25   10458.400000</a:t>
            </a:r>
          </a:p>
          <a:p>
            <a:r>
              <a:rPr lang="en-IE" sz="1600"/>
              <a:t>26   11415.700861</a:t>
            </a:r>
          </a:p>
          <a:p>
            <a:r>
              <a:rPr lang="en-IE" sz="1600"/>
              <a:t>27   11755.464256</a:t>
            </a:r>
          </a:p>
          <a:p>
            <a:r>
              <a:rPr lang="en-IE" sz="1600"/>
              <a:t>28   13551.255887</a:t>
            </a:r>
          </a:p>
          <a:p>
            <a:r>
              <a:rPr lang="en-IE" sz="1600"/>
              <a:t>29   13197.990431</a:t>
            </a:r>
          </a:p>
          <a:p>
            <a:r>
              <a:rPr lang="en-IE" sz="1600"/>
              <a:t>30   11645.508021</a:t>
            </a:r>
          </a:p>
          <a:p>
            <a:r>
              <a:rPr lang="en-IE" sz="1600"/>
              <a:t>31   12352.929688</a:t>
            </a:r>
          </a:p>
          <a:p>
            <a:r>
              <a:rPr lang="en-IE" sz="1600" smtClean="0"/>
              <a:t>…</a:t>
            </a:r>
            <a:endParaRPr lang="en-IE" sz="1600"/>
          </a:p>
          <a:p>
            <a:r>
              <a:rPr lang="en-IE" sz="1600" smtClean="0"/>
              <a:t>43    </a:t>
            </a:r>
            <a:r>
              <a:rPr lang="en-IE" sz="1600"/>
              <a:t>2750.000000</a:t>
            </a:r>
          </a:p>
          <a:p>
            <a:r>
              <a:rPr lang="en-IE" sz="1600"/>
              <a:t>53     850.000000</a:t>
            </a:r>
          </a:p>
        </p:txBody>
      </p:sp>
      <p:sp>
        <p:nvSpPr>
          <p:cNvPr id="11" name="Title 2"/>
          <p:cNvSpPr txBox="1">
            <a:spLocks/>
          </p:cNvSpPr>
          <p:nvPr/>
        </p:nvSpPr>
        <p:spPr>
          <a:xfrm>
            <a:off x="382635" y="358325"/>
            <a:ext cx="7664430" cy="400023"/>
          </a:xfrm>
          <a:prstGeom prst="rect">
            <a:avLst/>
          </a:prstGeom>
          <a:noFill/>
          <a:ln>
            <a:noFill/>
          </a:ln>
        </p:spPr>
        <p:txBody>
          <a:bodyPr spcFirstLastPara="1" wrap="square" lIns="0" tIns="0" rIns="0" bIns="0" anchor="b"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2"/>
              </a:buClr>
              <a:buSzPts val="2800"/>
              <a:buFont typeface="Calibri"/>
              <a:buNone/>
              <a:defRPr sz="2800" b="1" i="0" u="none" strike="noStrike" cap="none">
                <a:solidFill>
                  <a:schemeClr val="accent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E" kern="0" smtClean="0"/>
              <a:t>Grouping Data</a:t>
            </a:r>
            <a:endParaRPr lang="en-IE" kern="0" dirty="0"/>
          </a:p>
        </p:txBody>
      </p:sp>
    </p:spTree>
    <p:extLst>
      <p:ext uri="{BB962C8B-B14F-4D97-AF65-F5344CB8AC3E}">
        <p14:creationId xmlns:p14="http://schemas.microsoft.com/office/powerpoint/2010/main" val="2828260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p:cNvSpPr>
            <a:spLocks noGrp="1"/>
          </p:cNvSpPr>
          <p:nvPr>
            <p:ph type="title"/>
          </p:nvPr>
        </p:nvSpPr>
        <p:spPr>
          <a:xfrm>
            <a:off x="412769" y="206287"/>
            <a:ext cx="6554088" cy="400023"/>
          </a:xfrm>
        </p:spPr>
        <p:txBody>
          <a:bodyPr>
            <a:normAutofit/>
          </a:bodyPr>
          <a:lstStyle/>
          <a:p>
            <a:r>
              <a:rPr lang="en-IE" smtClean="0"/>
              <a:t>Plotting grouped data … </a:t>
            </a:r>
            <a:endParaRPr lang="en-IE" dirty="0"/>
          </a:p>
        </p:txBody>
      </p:sp>
      <p:sp>
        <p:nvSpPr>
          <p:cNvPr id="8" name="Rectangle 7">
            <a:extLst>
              <a:ext uri="{FF2B5EF4-FFF2-40B4-BE49-F238E27FC236}">
                <a16:creationId xmlns:a16="http://schemas.microsoft.com/office/drawing/2014/main" id="{4C95139A-00A7-5A4E-BD18-1EAB94D2E6F0}"/>
              </a:ext>
            </a:extLst>
          </p:cNvPr>
          <p:cNvSpPr/>
          <p:nvPr/>
        </p:nvSpPr>
        <p:spPr>
          <a:xfrm>
            <a:off x="7233194" y="796016"/>
            <a:ext cx="3519533"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2800" b="0" i="0" u="none" strike="noStrike" kern="0" cap="none" spc="0" normalizeH="0" baseline="0" noProof="0" smtClean="0">
                <a:ln>
                  <a:noFill/>
                </a:ln>
                <a:solidFill>
                  <a:srgbClr val="002D57"/>
                </a:solidFill>
                <a:effectLst/>
                <a:uLnTx/>
                <a:uFillTx/>
                <a:latin typeface="Calibri" panose="020F0502020204030204" pitchFamily="34" charset="0"/>
                <a:cs typeface="Calibri" panose="020F0502020204030204" pitchFamily="34" charset="0"/>
                <a:sym typeface="Arial"/>
              </a:rPr>
              <a:t>Output</a:t>
            </a:r>
            <a:endParaRPr kumimoji="0" lang="en-US" sz="2800" b="0" i="0" u="none" strike="noStrike" kern="0" cap="none" spc="0" normalizeH="0" baseline="0" noProof="0" dirty="0">
              <a:ln>
                <a:noFill/>
              </a:ln>
              <a:solidFill>
                <a:srgbClr val="002D57"/>
              </a:solidFill>
              <a:effectLst/>
              <a:uLnTx/>
              <a:uFillTx/>
              <a:latin typeface="Calibri" panose="020F0502020204030204" pitchFamily="34" charset="0"/>
              <a:cs typeface="Calibri" panose="020F0502020204030204" pitchFamily="34" charset="0"/>
              <a:sym typeface="Arial"/>
            </a:endParaRPr>
          </a:p>
        </p:txBody>
      </p:sp>
      <p:sp>
        <p:nvSpPr>
          <p:cNvPr id="2" name="Rectangle 1"/>
          <p:cNvSpPr/>
          <p:nvPr/>
        </p:nvSpPr>
        <p:spPr>
          <a:xfrm>
            <a:off x="5290457" y="3896026"/>
            <a:ext cx="6096000" cy="369332"/>
          </a:xfrm>
          <a:prstGeom prst="rect">
            <a:avLst/>
          </a:prstGeom>
        </p:spPr>
        <p:txBody>
          <a:bodyPr>
            <a:spAutoFit/>
          </a:bodyPr>
          <a:lstStyle/>
          <a:p>
            <a:endParaRPr lang="en-IE"/>
          </a:p>
        </p:txBody>
      </p:sp>
      <p:sp>
        <p:nvSpPr>
          <p:cNvPr id="4" name="Rectangle 3"/>
          <p:cNvSpPr/>
          <p:nvPr/>
        </p:nvSpPr>
        <p:spPr>
          <a:xfrm>
            <a:off x="7233194" y="1387647"/>
            <a:ext cx="3015343" cy="5016758"/>
          </a:xfrm>
          <a:prstGeom prst="rect">
            <a:avLst/>
          </a:prstGeom>
        </p:spPr>
        <p:txBody>
          <a:bodyPr wrap="square">
            <a:spAutoFit/>
          </a:bodyPr>
          <a:lstStyle/>
          <a:p>
            <a:r>
              <a:rPr lang="en-IE" sz="1600" smtClean="0"/>
              <a:t>age   </a:t>
            </a:r>
            <a:r>
              <a:rPr lang="en-IE" sz="1600"/>
              <a:t>wage_eur</a:t>
            </a:r>
          </a:p>
          <a:p>
            <a:r>
              <a:rPr lang="en-IE" sz="1600" smtClean="0"/>
              <a:t>16     </a:t>
            </a:r>
            <a:r>
              <a:rPr lang="en-IE" sz="1600"/>
              <a:t>601.724138</a:t>
            </a:r>
          </a:p>
          <a:p>
            <a:r>
              <a:rPr lang="en-IE" sz="1600"/>
              <a:t>17     785.897436</a:t>
            </a:r>
          </a:p>
          <a:p>
            <a:r>
              <a:rPr lang="en-IE" sz="1600"/>
              <a:t>18    1196.257485</a:t>
            </a:r>
          </a:p>
          <a:p>
            <a:r>
              <a:rPr lang="en-IE" sz="1600"/>
              <a:t>19    2322.093023</a:t>
            </a:r>
          </a:p>
          <a:p>
            <a:r>
              <a:rPr lang="en-IE" sz="1600"/>
              <a:t>20    4029.747722</a:t>
            </a:r>
          </a:p>
          <a:p>
            <a:r>
              <a:rPr lang="en-IE" sz="1600"/>
              <a:t>21    4380.477223</a:t>
            </a:r>
          </a:p>
          <a:p>
            <a:r>
              <a:rPr lang="en-IE" sz="1600"/>
              <a:t>22    6550.801394</a:t>
            </a:r>
          </a:p>
          <a:p>
            <a:r>
              <a:rPr lang="en-IE" sz="1600"/>
              <a:t>23    7712.287848</a:t>
            </a:r>
          </a:p>
          <a:p>
            <a:r>
              <a:rPr lang="en-IE" sz="1600"/>
              <a:t>24    8726.177091</a:t>
            </a:r>
          </a:p>
          <a:p>
            <a:r>
              <a:rPr lang="en-IE" sz="1600"/>
              <a:t>25   10458.400000</a:t>
            </a:r>
          </a:p>
          <a:p>
            <a:r>
              <a:rPr lang="en-IE" sz="1600"/>
              <a:t>26   11415.700861</a:t>
            </a:r>
          </a:p>
          <a:p>
            <a:r>
              <a:rPr lang="en-IE" sz="1600"/>
              <a:t>27   11755.464256</a:t>
            </a:r>
          </a:p>
          <a:p>
            <a:r>
              <a:rPr lang="en-IE" sz="1600"/>
              <a:t>28   13551.255887</a:t>
            </a:r>
          </a:p>
          <a:p>
            <a:r>
              <a:rPr lang="en-IE" sz="1600"/>
              <a:t>29   13197.990431</a:t>
            </a:r>
          </a:p>
          <a:p>
            <a:r>
              <a:rPr lang="en-IE" sz="1600"/>
              <a:t>30   11645.508021</a:t>
            </a:r>
          </a:p>
          <a:p>
            <a:r>
              <a:rPr lang="en-IE" sz="1600"/>
              <a:t>31   12352.929688</a:t>
            </a:r>
          </a:p>
          <a:p>
            <a:r>
              <a:rPr lang="en-IE" sz="1600" smtClean="0"/>
              <a:t>…</a:t>
            </a:r>
            <a:endParaRPr lang="en-IE" sz="1600"/>
          </a:p>
          <a:p>
            <a:r>
              <a:rPr lang="en-IE" sz="1600" smtClean="0"/>
              <a:t>43    </a:t>
            </a:r>
            <a:r>
              <a:rPr lang="en-IE" sz="1600"/>
              <a:t>2750.000000</a:t>
            </a:r>
          </a:p>
          <a:p>
            <a:r>
              <a:rPr lang="en-IE" sz="1600"/>
              <a:t>53     850.000000</a:t>
            </a:r>
          </a:p>
        </p:txBody>
      </p:sp>
      <p:pic>
        <p:nvPicPr>
          <p:cNvPr id="5" name="Picture 4"/>
          <p:cNvPicPr>
            <a:picLocks noChangeAspect="1"/>
          </p:cNvPicPr>
          <p:nvPr/>
        </p:nvPicPr>
        <p:blipFill>
          <a:blip r:embed="rId3"/>
          <a:stretch>
            <a:fillRect/>
          </a:stretch>
        </p:blipFill>
        <p:spPr>
          <a:xfrm>
            <a:off x="990600" y="2860027"/>
            <a:ext cx="4441372" cy="3806890"/>
          </a:xfrm>
          <a:prstGeom prst="rect">
            <a:avLst/>
          </a:prstGeom>
        </p:spPr>
      </p:pic>
      <p:sp>
        <p:nvSpPr>
          <p:cNvPr id="10" name="Rectangle 9"/>
          <p:cNvSpPr/>
          <p:nvPr/>
        </p:nvSpPr>
        <p:spPr>
          <a:xfrm>
            <a:off x="179468" y="679594"/>
            <a:ext cx="6515247" cy="2107149"/>
          </a:xfrm>
          <a:prstGeom prst="rect">
            <a:avLst/>
          </a:prstGeom>
          <a:gradFill flip="none" rotWithShape="1">
            <a:gsLst>
              <a:gs pos="0">
                <a:srgbClr val="FED548"/>
              </a:gs>
              <a:gs pos="0">
                <a:srgbClr val="FFFF00">
                  <a:alpha val="0"/>
                </a:srgbClr>
              </a:gs>
              <a:gs pos="100000">
                <a:srgbClr val="FFC000">
                  <a:lumMod val="100000"/>
                </a:srgbClr>
              </a:gs>
            </a:gsLst>
            <a:lin ang="2700000" scaled="1"/>
            <a:tileRect/>
          </a:gradFill>
          <a:ln w="50800" cap="flat" cmpd="sng" algn="ctr">
            <a:solidFill>
              <a:srgbClr val="3872A4"/>
            </a:solidFill>
            <a:prstDash val="solid"/>
            <a:miter lim="800000"/>
          </a:ln>
          <a:effectLst/>
        </p:spPr>
        <p:txBody>
          <a:bodyPr rot="0" spcFirstLastPara="0" vert="horz" wrap="square" lIns="121920" tIns="60960" rIns="121920" bIns="60960" numCol="1" spcCol="0" rtlCol="0" fromWordArt="0" anchor="ctr" anchorCtr="0" forceAA="0" compatLnSpc="1">
            <a:prstTxWarp prst="textNoShape">
              <a:avLst/>
            </a:prstTxWarp>
            <a:noAutofit/>
          </a:bodyPr>
          <a:lstStyle/>
          <a:p>
            <a:pPr>
              <a:buClr>
                <a:srgbClr val="000000"/>
              </a:buClr>
              <a:buFont typeface="Arial"/>
              <a:buNone/>
            </a:pPr>
            <a:r>
              <a:rPr lang="en-US" sz="1600" b="1" kern="0">
                <a:solidFill>
                  <a:schemeClr val="tx1">
                    <a:lumMod val="50000"/>
                  </a:schemeClr>
                </a:solidFill>
                <a:latin typeface="Courier New" panose="02070309020205020404" pitchFamily="49" charset="0"/>
                <a:cs typeface="Courier New" panose="02070309020205020404" pitchFamily="49" charset="0"/>
              </a:rPr>
              <a:t>from matplotlib import </a:t>
            </a:r>
            <a:r>
              <a:rPr lang="en-US" sz="1600" b="1" kern="0" smtClean="0">
                <a:solidFill>
                  <a:schemeClr val="tx1">
                    <a:lumMod val="50000"/>
                  </a:schemeClr>
                </a:solidFill>
                <a:latin typeface="Courier New" panose="02070309020205020404" pitchFamily="49" charset="0"/>
                <a:cs typeface="Courier New" panose="02070309020205020404" pitchFamily="49" charset="0"/>
              </a:rPr>
              <a:t>pyplot</a:t>
            </a:r>
          </a:p>
          <a:p>
            <a:pPr>
              <a:buClr>
                <a:srgbClr val="000000"/>
              </a:buClr>
              <a:buFont typeface="Arial"/>
              <a:buNone/>
            </a:pPr>
            <a:endParaRPr lang="en-US" sz="1600" kern="0">
              <a:solidFill>
                <a:schemeClr val="tx1">
                  <a:lumMod val="50000"/>
                </a:schemeClr>
              </a:solidFill>
              <a:latin typeface="Courier New" panose="02070309020205020404" pitchFamily="49" charset="0"/>
              <a:cs typeface="Courier New" panose="02070309020205020404" pitchFamily="49" charset="0"/>
            </a:endParaRPr>
          </a:p>
          <a:p>
            <a:pPr>
              <a:buClr>
                <a:srgbClr val="000000"/>
              </a:buClr>
              <a:buFont typeface="Arial"/>
              <a:buNone/>
            </a:pPr>
            <a:r>
              <a:rPr lang="en-US" sz="1600" kern="0" smtClean="0">
                <a:solidFill>
                  <a:srgbClr val="FF0000"/>
                </a:solidFill>
                <a:latin typeface="Courier New" panose="02070309020205020404" pitchFamily="49" charset="0"/>
                <a:cs typeface="Courier New" panose="02070309020205020404" pitchFamily="49" charset="0"/>
              </a:rPr>
              <a:t># Player wage grouped by age</a:t>
            </a:r>
            <a:endParaRPr lang="en-US" sz="1600" kern="0">
              <a:solidFill>
                <a:srgbClr val="FF0000"/>
              </a:solidFill>
              <a:latin typeface="Courier New" panose="02070309020205020404" pitchFamily="49" charset="0"/>
              <a:cs typeface="Courier New" panose="02070309020205020404" pitchFamily="49" charset="0"/>
            </a:endParaRPr>
          </a:p>
          <a:p>
            <a:pPr>
              <a:buClr>
                <a:srgbClr val="000000"/>
              </a:buClr>
              <a:buFont typeface="Arial"/>
              <a:buNone/>
            </a:pPr>
            <a:r>
              <a:rPr lang="en-US" sz="1600" kern="0">
                <a:solidFill>
                  <a:schemeClr val="tx1">
                    <a:lumMod val="50000"/>
                  </a:schemeClr>
                </a:solidFill>
                <a:latin typeface="Courier New" panose="02070309020205020404" pitchFamily="49" charset="0"/>
                <a:cs typeface="Courier New" panose="02070309020205020404" pitchFamily="49" charset="0"/>
              </a:rPr>
              <a:t>df = fifa_df1.groupby('age</a:t>
            </a:r>
            <a:r>
              <a:rPr lang="en-US" sz="1600" kern="0" smtClean="0">
                <a:solidFill>
                  <a:schemeClr val="tx1">
                    <a:lumMod val="50000"/>
                  </a:schemeClr>
                </a:solidFill>
                <a:latin typeface="Courier New" panose="02070309020205020404" pitchFamily="49" charset="0"/>
                <a:cs typeface="Courier New" panose="02070309020205020404" pitchFamily="49" charset="0"/>
              </a:rPr>
              <a:t>')['wage_eur'].</a:t>
            </a:r>
            <a:r>
              <a:rPr lang="en-US" sz="1600" kern="0">
                <a:solidFill>
                  <a:schemeClr val="tx1">
                    <a:lumMod val="50000"/>
                  </a:schemeClr>
                </a:solidFill>
                <a:latin typeface="Courier New" panose="02070309020205020404" pitchFamily="49" charset="0"/>
                <a:cs typeface="Courier New" panose="02070309020205020404" pitchFamily="49" charset="0"/>
              </a:rPr>
              <a:t>mean()</a:t>
            </a:r>
          </a:p>
          <a:p>
            <a:pPr>
              <a:buClr>
                <a:srgbClr val="000000"/>
              </a:buClr>
              <a:buFont typeface="Arial"/>
              <a:buNone/>
            </a:pPr>
            <a:r>
              <a:rPr lang="en-US" sz="1600" kern="0">
                <a:solidFill>
                  <a:schemeClr val="tx1">
                    <a:lumMod val="50000"/>
                  </a:schemeClr>
                </a:solidFill>
                <a:latin typeface="Courier New" panose="02070309020205020404" pitchFamily="49" charset="0"/>
                <a:cs typeface="Courier New" panose="02070309020205020404" pitchFamily="49" charset="0"/>
              </a:rPr>
              <a:t>print(df)</a:t>
            </a:r>
          </a:p>
          <a:p>
            <a:pPr>
              <a:buClr>
                <a:srgbClr val="000000"/>
              </a:buClr>
              <a:buFont typeface="Arial"/>
              <a:buNone/>
            </a:pPr>
            <a:r>
              <a:rPr lang="en-US" sz="1600" b="1" kern="0">
                <a:solidFill>
                  <a:schemeClr val="tx1">
                    <a:lumMod val="50000"/>
                  </a:schemeClr>
                </a:solidFill>
                <a:latin typeface="Courier New" panose="02070309020205020404" pitchFamily="49" charset="0"/>
                <a:cs typeface="Courier New" panose="02070309020205020404" pitchFamily="49" charset="0"/>
              </a:rPr>
              <a:t>pyplot.plot(df)</a:t>
            </a:r>
          </a:p>
          <a:p>
            <a:pPr>
              <a:buClr>
                <a:srgbClr val="000000"/>
              </a:buClr>
              <a:buFont typeface="Arial"/>
              <a:buNone/>
            </a:pPr>
            <a:r>
              <a:rPr lang="en-US" sz="1600" b="1" kern="0">
                <a:solidFill>
                  <a:schemeClr val="tx1">
                    <a:lumMod val="50000"/>
                  </a:schemeClr>
                </a:solidFill>
                <a:latin typeface="Courier New" panose="02070309020205020404" pitchFamily="49" charset="0"/>
                <a:cs typeface="Courier New" panose="02070309020205020404" pitchFamily="49" charset="0"/>
              </a:rPr>
              <a:t>pyplot.show()</a:t>
            </a:r>
            <a:endParaRPr lang="en-IE" sz="1600" b="1" kern="0">
              <a:solidFill>
                <a:schemeClr val="tx1">
                  <a:lumMod val="50000"/>
                </a:schemeClr>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417981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12770" y="946603"/>
            <a:ext cx="6845881" cy="3560083"/>
          </a:xfrm>
          <a:prstGeom prst="roundRect">
            <a:avLst/>
          </a:prstGeom>
          <a:gradFill flip="none" rotWithShape="1">
            <a:gsLst>
              <a:gs pos="0">
                <a:srgbClr val="FED548"/>
              </a:gs>
              <a:gs pos="0">
                <a:srgbClr val="FFFF00">
                  <a:alpha val="0"/>
                </a:srgbClr>
              </a:gs>
              <a:gs pos="100000">
                <a:srgbClr val="FFC000">
                  <a:lumMod val="100000"/>
                </a:srgbClr>
              </a:gs>
            </a:gsLst>
            <a:lin ang="2700000" scaled="1"/>
            <a:tileRect/>
          </a:gradFill>
          <a:ln w="50800" cap="flat" cmpd="sng" algn="ctr">
            <a:solidFill>
              <a:srgbClr val="3872A4"/>
            </a:solidFill>
            <a:prstDash val="solid"/>
            <a:miter lim="800000"/>
          </a:ln>
          <a:effectLst/>
        </p:spPr>
        <p:txBody>
          <a:bodyPr rot="0" spcFirstLastPara="0" vert="horz" wrap="square" lIns="121920" tIns="60960" rIns="121920" bIns="60960" numCol="1" spcCol="0" rtlCol="0" fromWordArt="0" anchor="ctr" anchorCtr="0" forceAA="0" compatLnSpc="1">
            <a:prstTxWarp prst="textNoShape">
              <a:avLst/>
            </a:prstTxWarp>
            <a:noAutofit/>
          </a:bodyPr>
          <a:lstStyle/>
          <a:p>
            <a:pPr lvl="0">
              <a:buClr>
                <a:srgbClr val="000000"/>
              </a:buClr>
              <a:defRPr/>
            </a:pPr>
            <a:r>
              <a:rPr lang="en-US" sz="1600" kern="0" smtClean="0">
                <a:solidFill>
                  <a:srgbClr val="FF0000"/>
                </a:solidFill>
                <a:latin typeface="Courier New" panose="02070309020205020404" pitchFamily="49" charset="0"/>
                <a:cs typeface="Courier New" panose="02070309020205020404" pitchFamily="49" charset="0"/>
                <a:sym typeface="Arial"/>
              </a:rPr>
              <a:t># </a:t>
            </a:r>
            <a:r>
              <a:rPr lang="en-US" sz="1600" kern="0">
                <a:solidFill>
                  <a:srgbClr val="FF0000"/>
                </a:solidFill>
                <a:latin typeface="Courier New" panose="02070309020205020404" pitchFamily="49" charset="0"/>
                <a:cs typeface="Courier New" panose="02070309020205020404" pitchFamily="49" charset="0"/>
                <a:sym typeface="Arial"/>
              </a:rPr>
              <a:t>Using pandas - recommended for larger files</a:t>
            </a:r>
          </a:p>
          <a:p>
            <a:pPr lvl="0">
              <a:buClr>
                <a:srgbClr val="000000"/>
              </a:buClr>
              <a:defRPr/>
            </a:pPr>
            <a:r>
              <a:rPr lang="en-US" sz="1600" kern="0" smtClean="0">
                <a:solidFill>
                  <a:schemeClr val="tx1">
                    <a:lumMod val="50000"/>
                  </a:schemeClr>
                </a:solidFill>
                <a:latin typeface="Courier New" panose="02070309020205020404" pitchFamily="49" charset="0"/>
                <a:cs typeface="Courier New" panose="02070309020205020404" pitchFamily="49" charset="0"/>
                <a:sym typeface="Arial"/>
              </a:rPr>
              <a:t>import </a:t>
            </a:r>
            <a:r>
              <a:rPr lang="en-US" sz="1600" kern="0">
                <a:solidFill>
                  <a:schemeClr val="tx1">
                    <a:lumMod val="50000"/>
                  </a:schemeClr>
                </a:solidFill>
                <a:latin typeface="Courier New" panose="02070309020205020404" pitchFamily="49" charset="0"/>
                <a:cs typeface="Courier New" panose="02070309020205020404" pitchFamily="49" charset="0"/>
                <a:sym typeface="Arial"/>
              </a:rPr>
              <a:t>pandas</a:t>
            </a:r>
          </a:p>
          <a:p>
            <a:pPr lvl="0">
              <a:buClr>
                <a:srgbClr val="000000"/>
              </a:buClr>
              <a:defRPr/>
            </a:pPr>
            <a:r>
              <a:rPr lang="en-US" sz="1600" kern="0">
                <a:solidFill>
                  <a:schemeClr val="tx1">
                    <a:lumMod val="50000"/>
                  </a:schemeClr>
                </a:solidFill>
                <a:latin typeface="Courier New" panose="02070309020205020404" pitchFamily="49" charset="0"/>
                <a:cs typeface="Courier New" panose="02070309020205020404" pitchFamily="49" charset="0"/>
                <a:sym typeface="Arial"/>
              </a:rPr>
              <a:t>from matplotlib import pyplot</a:t>
            </a:r>
          </a:p>
          <a:p>
            <a:pPr lvl="0">
              <a:buClr>
                <a:srgbClr val="000000"/>
              </a:buClr>
              <a:defRPr/>
            </a:pPr>
            <a:endParaRPr lang="en-US" sz="1600" kern="0">
              <a:solidFill>
                <a:srgbClr val="FF0000"/>
              </a:solidFill>
              <a:latin typeface="Courier New" panose="02070309020205020404" pitchFamily="49" charset="0"/>
              <a:cs typeface="Courier New" panose="02070309020205020404" pitchFamily="49" charset="0"/>
              <a:sym typeface="Arial"/>
            </a:endParaRPr>
          </a:p>
          <a:p>
            <a:pPr lvl="0">
              <a:buClr>
                <a:srgbClr val="000000"/>
              </a:buClr>
              <a:defRPr/>
            </a:pPr>
            <a:r>
              <a:rPr lang="en-US" sz="1600" kern="0">
                <a:solidFill>
                  <a:srgbClr val="FF0000"/>
                </a:solidFill>
                <a:latin typeface="Courier New" panose="02070309020205020404" pitchFamily="49" charset="0"/>
                <a:cs typeface="Courier New" panose="02070309020205020404" pitchFamily="49" charset="0"/>
                <a:sym typeface="Arial"/>
              </a:rPr>
              <a:t># Read the entire CSV file into a pandas DataFrame</a:t>
            </a:r>
          </a:p>
          <a:p>
            <a:pPr lvl="0">
              <a:buClr>
                <a:srgbClr val="000000"/>
              </a:buClr>
              <a:defRPr/>
            </a:pPr>
            <a:r>
              <a:rPr lang="en-US" sz="1600" kern="0">
                <a:solidFill>
                  <a:schemeClr val="tx1">
                    <a:lumMod val="50000"/>
                  </a:schemeClr>
                </a:solidFill>
                <a:latin typeface="Courier New" panose="02070309020205020404" pitchFamily="49" charset="0"/>
                <a:cs typeface="Courier New" panose="02070309020205020404" pitchFamily="49" charset="0"/>
                <a:sym typeface="Arial"/>
              </a:rPr>
              <a:t>df = pandas.read_csv('FIFA21-player-list.csv')</a:t>
            </a:r>
          </a:p>
          <a:p>
            <a:pPr lvl="0">
              <a:buClr>
                <a:srgbClr val="000000"/>
              </a:buClr>
              <a:defRPr/>
            </a:pPr>
            <a:endParaRPr lang="en-US" sz="1600" kern="0">
              <a:solidFill>
                <a:srgbClr val="FF0000"/>
              </a:solidFill>
              <a:latin typeface="Courier New" panose="02070309020205020404" pitchFamily="49" charset="0"/>
              <a:cs typeface="Courier New" panose="02070309020205020404" pitchFamily="49" charset="0"/>
              <a:sym typeface="Arial"/>
            </a:endParaRPr>
          </a:p>
          <a:p>
            <a:pPr lvl="0">
              <a:buClr>
                <a:srgbClr val="000000"/>
              </a:buClr>
              <a:defRPr/>
            </a:pPr>
            <a:r>
              <a:rPr lang="en-US" sz="1600" kern="0">
                <a:solidFill>
                  <a:srgbClr val="FF0000"/>
                </a:solidFill>
                <a:latin typeface="Courier New" panose="02070309020205020404" pitchFamily="49" charset="0"/>
                <a:cs typeface="Courier New" panose="02070309020205020404" pitchFamily="49" charset="0"/>
                <a:sym typeface="Arial"/>
              </a:rPr>
              <a:t># Filter out the column, value_eur</a:t>
            </a:r>
          </a:p>
          <a:p>
            <a:pPr lvl="0">
              <a:buClr>
                <a:srgbClr val="000000"/>
              </a:buClr>
              <a:defRPr/>
            </a:pPr>
            <a:r>
              <a:rPr lang="en-US" sz="1600" kern="0">
                <a:solidFill>
                  <a:schemeClr val="tx1">
                    <a:lumMod val="50000"/>
                  </a:schemeClr>
                </a:solidFill>
                <a:latin typeface="Courier New" panose="02070309020205020404" pitchFamily="49" charset="0"/>
                <a:cs typeface="Courier New" panose="02070309020205020404" pitchFamily="49" charset="0"/>
                <a:sym typeface="Arial"/>
              </a:rPr>
              <a:t>player_values = df['value_eur']</a:t>
            </a:r>
          </a:p>
          <a:p>
            <a:pPr lvl="0">
              <a:buClr>
                <a:srgbClr val="000000"/>
              </a:buClr>
              <a:defRPr/>
            </a:pPr>
            <a:r>
              <a:rPr lang="en-US" sz="1600" kern="0">
                <a:solidFill>
                  <a:schemeClr val="tx1">
                    <a:lumMod val="50000"/>
                  </a:schemeClr>
                </a:solidFill>
                <a:latin typeface="Courier New" panose="02070309020205020404" pitchFamily="49" charset="0"/>
                <a:cs typeface="Courier New" panose="02070309020205020404" pitchFamily="49" charset="0"/>
                <a:sym typeface="Arial"/>
              </a:rPr>
              <a:t>player_ages = df['age']</a:t>
            </a:r>
          </a:p>
          <a:p>
            <a:pPr lvl="0">
              <a:buClr>
                <a:srgbClr val="000000"/>
              </a:buClr>
              <a:defRPr/>
            </a:pPr>
            <a:endParaRPr lang="en-US" sz="1600" kern="0" smtClean="0">
              <a:solidFill>
                <a:schemeClr val="tx1">
                  <a:lumMod val="50000"/>
                </a:schemeClr>
              </a:solidFill>
              <a:latin typeface="Courier New" panose="02070309020205020404" pitchFamily="49" charset="0"/>
              <a:cs typeface="Courier New" panose="02070309020205020404" pitchFamily="49" charset="0"/>
              <a:sym typeface="Arial"/>
            </a:endParaRPr>
          </a:p>
          <a:p>
            <a:pPr lvl="0">
              <a:buClr>
                <a:srgbClr val="000000"/>
              </a:buClr>
              <a:defRPr/>
            </a:pPr>
            <a:r>
              <a:rPr lang="en-US" sz="1600" kern="0" smtClean="0">
                <a:solidFill>
                  <a:schemeClr val="tx1">
                    <a:lumMod val="50000"/>
                  </a:schemeClr>
                </a:solidFill>
                <a:latin typeface="Courier New" panose="02070309020205020404" pitchFamily="49" charset="0"/>
                <a:cs typeface="Courier New" panose="02070309020205020404" pitchFamily="49" charset="0"/>
                <a:sym typeface="Arial"/>
              </a:rPr>
              <a:t>pyplot.plot(player_ages</a:t>
            </a:r>
            <a:r>
              <a:rPr lang="en-US" sz="1600" kern="0">
                <a:solidFill>
                  <a:schemeClr val="tx1">
                    <a:lumMod val="50000"/>
                  </a:schemeClr>
                </a:solidFill>
                <a:latin typeface="Courier New" panose="02070309020205020404" pitchFamily="49" charset="0"/>
                <a:cs typeface="Courier New" panose="02070309020205020404" pitchFamily="49" charset="0"/>
                <a:sym typeface="Arial"/>
              </a:rPr>
              <a:t>, player_values)</a:t>
            </a:r>
          </a:p>
          <a:p>
            <a:pPr lvl="0">
              <a:buClr>
                <a:srgbClr val="000000"/>
              </a:buClr>
              <a:defRPr/>
            </a:pPr>
            <a:r>
              <a:rPr lang="en-US" sz="1600" kern="0">
                <a:solidFill>
                  <a:schemeClr val="tx1">
                    <a:lumMod val="50000"/>
                  </a:schemeClr>
                </a:solidFill>
                <a:latin typeface="Courier New" panose="02070309020205020404" pitchFamily="49" charset="0"/>
                <a:cs typeface="Courier New" panose="02070309020205020404" pitchFamily="49" charset="0"/>
                <a:sym typeface="Arial"/>
              </a:rPr>
              <a:t>pyplot.show()</a:t>
            </a:r>
          </a:p>
          <a:p>
            <a:pPr lvl="0">
              <a:buClr>
                <a:srgbClr val="000000"/>
              </a:buClr>
              <a:defRPr/>
            </a:pPr>
            <a:endParaRPr lang="en-US" sz="1600" kern="0">
              <a:solidFill>
                <a:srgbClr val="FF0000"/>
              </a:solidFill>
              <a:latin typeface="Courier New" panose="02070309020205020404" pitchFamily="49" charset="0"/>
              <a:cs typeface="Courier New" panose="02070309020205020404" pitchFamily="49" charset="0"/>
              <a:sym typeface="Arial"/>
            </a:endParaRPr>
          </a:p>
        </p:txBody>
      </p:sp>
      <p:pic>
        <p:nvPicPr>
          <p:cNvPr id="3" name="Picture 2"/>
          <p:cNvPicPr>
            <a:picLocks noChangeAspect="1"/>
          </p:cNvPicPr>
          <p:nvPr/>
        </p:nvPicPr>
        <p:blipFill>
          <a:blip r:embed="rId3"/>
          <a:stretch>
            <a:fillRect/>
          </a:stretch>
        </p:blipFill>
        <p:spPr>
          <a:xfrm>
            <a:off x="6324600" y="1729466"/>
            <a:ext cx="5649686" cy="4799577"/>
          </a:xfrm>
          <a:prstGeom prst="rect">
            <a:avLst/>
          </a:prstGeom>
        </p:spPr>
      </p:pic>
      <p:sp>
        <p:nvSpPr>
          <p:cNvPr id="6" name="Title 2"/>
          <p:cNvSpPr>
            <a:spLocks noGrp="1"/>
          </p:cNvSpPr>
          <p:nvPr>
            <p:ph type="title"/>
          </p:nvPr>
        </p:nvSpPr>
        <p:spPr>
          <a:xfrm>
            <a:off x="382635" y="358325"/>
            <a:ext cx="7664430" cy="400023"/>
          </a:xfrm>
          <a:noFill/>
          <a:ln>
            <a:noFill/>
          </a:ln>
        </p:spPr>
        <p:txBody>
          <a:bodyPr spcFirstLastPara="1" wrap="square" lIns="0" tIns="0" rIns="0" bIns="0" anchor="b" anchorCtr="0">
            <a:normAutofit/>
          </a:bodyPr>
          <a:lstStyle/>
          <a:p>
            <a:r>
              <a:rPr lang="en-IE" smtClean="0"/>
              <a:t>Attempt #1</a:t>
            </a:r>
            <a:endParaRPr lang="en-IE" dirty="0"/>
          </a:p>
        </p:txBody>
      </p:sp>
    </p:spTree>
    <p:extLst>
      <p:ext uri="{BB962C8B-B14F-4D97-AF65-F5344CB8AC3E}">
        <p14:creationId xmlns:p14="http://schemas.microsoft.com/office/powerpoint/2010/main" val="308352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p:cNvSpPr>
            <a:spLocks noGrp="1"/>
          </p:cNvSpPr>
          <p:nvPr>
            <p:ph type="title"/>
          </p:nvPr>
        </p:nvSpPr>
        <p:spPr>
          <a:xfrm>
            <a:off x="412769" y="206287"/>
            <a:ext cx="6107300" cy="400023"/>
          </a:xfrm>
        </p:spPr>
        <p:txBody>
          <a:bodyPr/>
          <a:lstStyle/>
          <a:p>
            <a:r>
              <a:rPr lang="en-IE" smtClean="0"/>
              <a:t>Player wage by league</a:t>
            </a:r>
            <a:endParaRPr lang="en-IE" dirty="0"/>
          </a:p>
        </p:txBody>
      </p:sp>
      <p:sp>
        <p:nvSpPr>
          <p:cNvPr id="8" name="Rectangle 7">
            <a:extLst>
              <a:ext uri="{FF2B5EF4-FFF2-40B4-BE49-F238E27FC236}">
                <a16:creationId xmlns:a16="http://schemas.microsoft.com/office/drawing/2014/main" id="{4C95139A-00A7-5A4E-BD18-1EAB94D2E6F0}"/>
              </a:ext>
            </a:extLst>
          </p:cNvPr>
          <p:cNvSpPr/>
          <p:nvPr/>
        </p:nvSpPr>
        <p:spPr>
          <a:xfrm>
            <a:off x="59725" y="1621818"/>
            <a:ext cx="3519533"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2800" b="0" i="0" u="none" strike="noStrike" kern="0" cap="none" spc="0" normalizeH="0" baseline="0" noProof="0" smtClean="0">
                <a:ln>
                  <a:noFill/>
                </a:ln>
                <a:solidFill>
                  <a:srgbClr val="002D57"/>
                </a:solidFill>
                <a:effectLst/>
                <a:uLnTx/>
                <a:uFillTx/>
                <a:latin typeface="Calibri" panose="020F0502020204030204" pitchFamily="34" charset="0"/>
                <a:cs typeface="Calibri" panose="020F0502020204030204" pitchFamily="34" charset="0"/>
                <a:sym typeface="Arial"/>
              </a:rPr>
              <a:t>Output looks like this:</a:t>
            </a:r>
            <a:endParaRPr kumimoji="0" lang="en-US" sz="2800" b="0" i="0" u="none" strike="noStrike" kern="0" cap="none" spc="0" normalizeH="0" baseline="0" noProof="0" dirty="0">
              <a:ln>
                <a:noFill/>
              </a:ln>
              <a:solidFill>
                <a:srgbClr val="002D57"/>
              </a:solidFill>
              <a:effectLst/>
              <a:uLnTx/>
              <a:uFillTx/>
              <a:latin typeface="Calibri" panose="020F0502020204030204" pitchFamily="34" charset="0"/>
              <a:cs typeface="Calibri" panose="020F0502020204030204" pitchFamily="34" charset="0"/>
              <a:sym typeface="Arial"/>
            </a:endParaRPr>
          </a:p>
        </p:txBody>
      </p:sp>
      <p:sp>
        <p:nvSpPr>
          <p:cNvPr id="2" name="Rectangle 1"/>
          <p:cNvSpPr/>
          <p:nvPr/>
        </p:nvSpPr>
        <p:spPr>
          <a:xfrm>
            <a:off x="5290457" y="3896026"/>
            <a:ext cx="6096000" cy="369332"/>
          </a:xfrm>
          <a:prstGeom prst="rect">
            <a:avLst/>
          </a:prstGeom>
        </p:spPr>
        <p:txBody>
          <a:bodyPr>
            <a:spAutoFit/>
          </a:bodyPr>
          <a:lstStyle/>
          <a:p>
            <a:endParaRPr lang="en-IE"/>
          </a:p>
        </p:txBody>
      </p:sp>
      <p:sp>
        <p:nvSpPr>
          <p:cNvPr id="10" name="Rectangle 9"/>
          <p:cNvSpPr/>
          <p:nvPr/>
        </p:nvSpPr>
        <p:spPr>
          <a:xfrm>
            <a:off x="59725" y="889185"/>
            <a:ext cx="9062503" cy="449758"/>
          </a:xfrm>
          <a:prstGeom prst="rect">
            <a:avLst/>
          </a:prstGeom>
          <a:gradFill flip="none" rotWithShape="1">
            <a:gsLst>
              <a:gs pos="0">
                <a:srgbClr val="FED548"/>
              </a:gs>
              <a:gs pos="0">
                <a:srgbClr val="FFFF00">
                  <a:alpha val="0"/>
                </a:srgbClr>
              </a:gs>
              <a:gs pos="100000">
                <a:srgbClr val="FFC000">
                  <a:lumMod val="100000"/>
                </a:srgbClr>
              </a:gs>
            </a:gsLst>
            <a:lin ang="2700000" scaled="1"/>
            <a:tileRect/>
          </a:gradFill>
          <a:ln w="50800" cap="flat" cmpd="sng" algn="ctr">
            <a:solidFill>
              <a:srgbClr val="3872A4"/>
            </a:solidFill>
            <a:prstDash val="solid"/>
            <a:miter lim="800000"/>
          </a:ln>
          <a:effectLst/>
        </p:spPr>
        <p:txBody>
          <a:bodyPr rot="0" spcFirstLastPara="0" vert="horz" wrap="square" lIns="121920" tIns="60960" rIns="121920" bIns="60960" numCol="1" spcCol="0" rtlCol="0" fromWordArt="0" anchor="ctr" anchorCtr="0" forceAA="0" compatLnSpc="1">
            <a:prstTxWarp prst="textNoShape">
              <a:avLst/>
            </a:prstTxWarp>
            <a:noAutofit/>
          </a:bodyPr>
          <a:lstStyle/>
          <a:p>
            <a:pPr>
              <a:buClr>
                <a:srgbClr val="000000"/>
              </a:buClr>
              <a:buFont typeface="Arial"/>
              <a:buNone/>
            </a:pPr>
            <a:r>
              <a:rPr lang="en-US" kern="0">
                <a:solidFill>
                  <a:schemeClr val="tx1">
                    <a:lumMod val="50000"/>
                  </a:schemeClr>
                </a:solidFill>
                <a:latin typeface="Courier New" panose="02070309020205020404" pitchFamily="49" charset="0"/>
                <a:cs typeface="Courier New" panose="02070309020205020404" pitchFamily="49" charset="0"/>
              </a:rPr>
              <a:t>print(fifa_df1.groupby(['league_name'])['wage_eur'].mean())</a:t>
            </a:r>
            <a:endParaRPr lang="en-IE" sz="2000" kern="0">
              <a:solidFill>
                <a:schemeClr val="tx1">
                  <a:lumMod val="50000"/>
                </a:schemeClr>
              </a:solidFill>
              <a:latin typeface="Courier New" panose="02070309020205020404" pitchFamily="49" charset="0"/>
              <a:cs typeface="Courier New" panose="02070309020205020404" pitchFamily="49" charset="0"/>
            </a:endParaRPr>
          </a:p>
        </p:txBody>
      </p:sp>
      <p:sp>
        <p:nvSpPr>
          <p:cNvPr id="3" name="Rectangle 2"/>
          <p:cNvSpPr/>
          <p:nvPr/>
        </p:nvSpPr>
        <p:spPr>
          <a:xfrm>
            <a:off x="3929743" y="1410355"/>
            <a:ext cx="6096000" cy="5447645"/>
          </a:xfrm>
          <a:prstGeom prst="rect">
            <a:avLst/>
          </a:prstGeom>
        </p:spPr>
        <p:txBody>
          <a:bodyPr>
            <a:spAutoFit/>
          </a:bodyPr>
          <a:lstStyle/>
          <a:p>
            <a:r>
              <a:rPr lang="en-IE" sz="1200"/>
              <a:t>league_name</a:t>
            </a:r>
          </a:p>
          <a:p>
            <a:r>
              <a:rPr lang="en-IE" sz="1200"/>
              <a:t>Argentina Primera División               </a:t>
            </a:r>
            <a:r>
              <a:rPr lang="en-IE" sz="1200" smtClean="0"/>
              <a:t>	6421.547800</a:t>
            </a:r>
            <a:endParaRPr lang="en-IE" sz="1200"/>
          </a:p>
          <a:p>
            <a:r>
              <a:rPr lang="en-IE" sz="1200"/>
              <a:t>Argentinian Primera B Nacional            </a:t>
            </a:r>
            <a:r>
              <a:rPr lang="en-IE" sz="1200" smtClean="0"/>
              <a:t>	500.000000</a:t>
            </a:r>
            <a:endParaRPr lang="en-IE" sz="1200"/>
          </a:p>
          <a:p>
            <a:r>
              <a:rPr lang="en-IE" sz="1200"/>
              <a:t>Australian Hyundai A-League              </a:t>
            </a:r>
            <a:r>
              <a:rPr lang="en-IE" sz="1200" smtClean="0"/>
              <a:t>	1594.000000</a:t>
            </a:r>
            <a:endParaRPr lang="en-IE" sz="1200"/>
          </a:p>
          <a:p>
            <a:r>
              <a:rPr lang="en-IE" sz="1200"/>
              <a:t>Austrian Football Bundesliga             </a:t>
            </a:r>
            <a:r>
              <a:rPr lang="en-IE" sz="1200" smtClean="0"/>
              <a:t>	5522.258065</a:t>
            </a:r>
            <a:endParaRPr lang="en-IE" sz="1200"/>
          </a:p>
          <a:p>
            <a:r>
              <a:rPr lang="en-IE" sz="1200"/>
              <a:t>Belgian Jupiler Pro League               </a:t>
            </a:r>
            <a:r>
              <a:rPr lang="en-IE" sz="1200" smtClean="0"/>
              <a:t>	6365.650407</a:t>
            </a:r>
            <a:endParaRPr lang="en-IE" sz="1200"/>
          </a:p>
          <a:p>
            <a:r>
              <a:rPr lang="en-IE" sz="1200"/>
              <a:t>Campeonato Brasileiro Série A            </a:t>
            </a:r>
            <a:r>
              <a:rPr lang="en-IE" sz="1200" smtClean="0"/>
              <a:t>	9341.666667</a:t>
            </a:r>
            <a:endParaRPr lang="en-IE" sz="1200"/>
          </a:p>
          <a:p>
            <a:r>
              <a:rPr lang="en-IE" sz="1200"/>
              <a:t>Chilian Campeonato Nacional              </a:t>
            </a:r>
            <a:r>
              <a:rPr lang="en-IE" sz="1200" smtClean="0"/>
              <a:t>	1020.402299</a:t>
            </a:r>
            <a:endParaRPr lang="en-IE" sz="1200"/>
          </a:p>
          <a:p>
            <a:r>
              <a:rPr lang="en-IE" sz="1200"/>
              <a:t>Chinese Super League                     </a:t>
            </a:r>
            <a:r>
              <a:rPr lang="en-IE" sz="1200" smtClean="0"/>
              <a:t>	5294.724771</a:t>
            </a:r>
            <a:endParaRPr lang="en-IE" sz="1200"/>
          </a:p>
          <a:p>
            <a:r>
              <a:rPr lang="en-IE" sz="1200"/>
              <a:t>Colombian Liga Postobón                  </a:t>
            </a:r>
            <a:r>
              <a:rPr lang="en-IE" sz="1200" smtClean="0"/>
              <a:t>	1007.179487</a:t>
            </a:r>
            <a:endParaRPr lang="en-IE" sz="1200"/>
          </a:p>
          <a:p>
            <a:r>
              <a:rPr lang="en-IE" sz="1200"/>
              <a:t>Croatian Prva HNL                         </a:t>
            </a:r>
            <a:r>
              <a:rPr lang="en-IE" sz="1200" smtClean="0"/>
              <a:t>	500.000000</a:t>
            </a:r>
            <a:endParaRPr lang="en-IE" sz="1200"/>
          </a:p>
          <a:p>
            <a:r>
              <a:rPr lang="en-IE" sz="1200"/>
              <a:t>Czech Republic Gambrinus Liga             500.000000</a:t>
            </a:r>
          </a:p>
          <a:p>
            <a:r>
              <a:rPr lang="en-IE" sz="1200"/>
              <a:t>Danish Superliga                         </a:t>
            </a:r>
            <a:r>
              <a:rPr lang="en-IE" sz="1200" smtClean="0"/>
              <a:t>	4457.704918</a:t>
            </a:r>
            <a:endParaRPr lang="en-IE" sz="1200"/>
          </a:p>
          <a:p>
            <a:r>
              <a:rPr lang="en-IE" sz="1200"/>
              <a:t>Ecuadorian Serie A                        </a:t>
            </a:r>
            <a:r>
              <a:rPr lang="en-IE" sz="1200" smtClean="0"/>
              <a:t>	500.000000</a:t>
            </a:r>
            <a:endParaRPr lang="en-IE" sz="1200"/>
          </a:p>
          <a:p>
            <a:r>
              <a:rPr lang="en-IE" sz="1200"/>
              <a:t>English League Championship              </a:t>
            </a:r>
            <a:r>
              <a:rPr lang="en-IE" sz="1200" smtClean="0"/>
              <a:t>	9866.361072</a:t>
            </a:r>
            <a:endParaRPr lang="en-IE" sz="1200"/>
          </a:p>
          <a:p>
            <a:r>
              <a:rPr lang="en-IE" sz="1200"/>
              <a:t>English League One                       </a:t>
            </a:r>
            <a:r>
              <a:rPr lang="en-IE" sz="1200" smtClean="0"/>
              <a:t>	2133.571429</a:t>
            </a:r>
            <a:endParaRPr lang="en-IE" sz="1200"/>
          </a:p>
          <a:p>
            <a:r>
              <a:rPr lang="en-IE" sz="1200"/>
              <a:t>English League Two                       </a:t>
            </a:r>
            <a:r>
              <a:rPr lang="en-IE" sz="1200" smtClean="0"/>
              <a:t>	2207.024793</a:t>
            </a:r>
            <a:endParaRPr lang="en-IE" sz="1200"/>
          </a:p>
          <a:p>
            <a:r>
              <a:rPr lang="en-IE" sz="1200"/>
              <a:t>English Premier League                  </a:t>
            </a:r>
            <a:r>
              <a:rPr lang="en-IE" sz="1200" smtClean="0"/>
              <a:t>	52149.082569</a:t>
            </a:r>
            <a:endParaRPr lang="en-IE" sz="1200"/>
          </a:p>
          <a:p>
            <a:r>
              <a:rPr lang="en-IE" sz="1200"/>
              <a:t>Finnish Veikkausliiga                     </a:t>
            </a:r>
            <a:r>
              <a:rPr lang="en-IE" sz="1200" smtClean="0"/>
              <a:t>	500.000000</a:t>
            </a:r>
            <a:endParaRPr lang="en-IE" sz="1200"/>
          </a:p>
          <a:p>
            <a:r>
              <a:rPr lang="en-IE" sz="1200"/>
              <a:t>French Ligue 1                          </a:t>
            </a:r>
            <a:r>
              <a:rPr lang="en-IE" sz="1200" smtClean="0"/>
              <a:t>	19445.583333</a:t>
            </a:r>
            <a:endParaRPr lang="en-IE" sz="1200"/>
          </a:p>
          <a:p>
            <a:r>
              <a:rPr lang="en-IE" sz="1200"/>
              <a:t>French Ligue 2                           </a:t>
            </a:r>
            <a:r>
              <a:rPr lang="en-IE" sz="1200" smtClean="0"/>
              <a:t>	2111.080586</a:t>
            </a:r>
            <a:endParaRPr lang="en-IE" sz="1200"/>
          </a:p>
          <a:p>
            <a:r>
              <a:rPr lang="en-IE" sz="1200"/>
              <a:t>German 1. Bundesliga                    </a:t>
            </a:r>
            <a:r>
              <a:rPr lang="en-IE" sz="1200" smtClean="0"/>
              <a:t>	24073.996350</a:t>
            </a:r>
            <a:endParaRPr lang="en-IE" sz="1200"/>
          </a:p>
          <a:p>
            <a:r>
              <a:rPr lang="en-IE" sz="1200"/>
              <a:t>German 2. Bundesliga                     </a:t>
            </a:r>
            <a:r>
              <a:rPr lang="en-IE" sz="1200" smtClean="0"/>
              <a:t>	5720.611440</a:t>
            </a:r>
            <a:endParaRPr lang="en-IE" sz="1200"/>
          </a:p>
          <a:p>
            <a:r>
              <a:rPr lang="en-IE" sz="1200"/>
              <a:t>German 3. Bundesliga                     </a:t>
            </a:r>
            <a:r>
              <a:rPr lang="en-IE" sz="1200" smtClean="0"/>
              <a:t>	1285.153257</a:t>
            </a:r>
            <a:endParaRPr lang="en-IE" sz="1200"/>
          </a:p>
          <a:p>
            <a:r>
              <a:rPr lang="en-IE" sz="1200"/>
              <a:t>Greek Super League                        </a:t>
            </a:r>
            <a:r>
              <a:rPr lang="en-IE" sz="1200" smtClean="0"/>
              <a:t>	500.000000</a:t>
            </a:r>
            <a:endParaRPr lang="en-IE" sz="1200"/>
          </a:p>
          <a:p>
            <a:r>
              <a:rPr lang="en-IE" sz="1200"/>
              <a:t>Holland Eredivisie                       </a:t>
            </a:r>
            <a:r>
              <a:rPr lang="en-IE" sz="1200" smtClean="0"/>
              <a:t>	4582.618026</a:t>
            </a:r>
            <a:endParaRPr lang="en-IE" sz="1200"/>
          </a:p>
          <a:p>
            <a:r>
              <a:rPr lang="en-IE" sz="1200"/>
              <a:t>Italian Serie A                         </a:t>
            </a:r>
            <a:r>
              <a:rPr lang="en-IE" sz="1200" smtClean="0"/>
              <a:t>	27602.945736</a:t>
            </a:r>
            <a:endParaRPr lang="en-IE" sz="1200"/>
          </a:p>
          <a:p>
            <a:r>
              <a:rPr lang="en-IE" sz="1200"/>
              <a:t>Italian Serie B                           </a:t>
            </a:r>
            <a:r>
              <a:rPr lang="en-IE" sz="1200" smtClean="0"/>
              <a:t>	500.000000</a:t>
            </a:r>
            <a:endParaRPr lang="en-IE" sz="1200"/>
          </a:p>
          <a:p>
            <a:r>
              <a:rPr lang="en-IE" sz="1200"/>
              <a:t>Japanese J. League Division 1            </a:t>
            </a:r>
            <a:r>
              <a:rPr lang="en-IE" sz="1200" smtClean="0"/>
              <a:t>	2773.416507</a:t>
            </a:r>
            <a:endParaRPr lang="en-IE" sz="1200"/>
          </a:p>
        </p:txBody>
      </p:sp>
    </p:spTree>
    <p:extLst>
      <p:ext uri="{BB962C8B-B14F-4D97-AF65-F5344CB8AC3E}">
        <p14:creationId xmlns:p14="http://schemas.microsoft.com/office/powerpoint/2010/main" val="681377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p:cNvSpPr>
            <a:spLocks noGrp="1"/>
          </p:cNvSpPr>
          <p:nvPr>
            <p:ph type="title"/>
          </p:nvPr>
        </p:nvSpPr>
        <p:spPr>
          <a:xfrm>
            <a:off x="412769" y="206287"/>
            <a:ext cx="6107300" cy="400023"/>
          </a:xfrm>
        </p:spPr>
        <p:txBody>
          <a:bodyPr/>
          <a:lstStyle/>
          <a:p>
            <a:r>
              <a:rPr lang="en-IE" smtClean="0"/>
              <a:t>Player wage by nationality and age</a:t>
            </a:r>
            <a:endParaRPr lang="en-IE" dirty="0"/>
          </a:p>
        </p:txBody>
      </p:sp>
      <p:sp>
        <p:nvSpPr>
          <p:cNvPr id="8" name="Rectangle 7">
            <a:extLst>
              <a:ext uri="{FF2B5EF4-FFF2-40B4-BE49-F238E27FC236}">
                <a16:creationId xmlns:a16="http://schemas.microsoft.com/office/drawing/2014/main" id="{4C95139A-00A7-5A4E-BD18-1EAB94D2E6F0}"/>
              </a:ext>
            </a:extLst>
          </p:cNvPr>
          <p:cNvSpPr/>
          <p:nvPr/>
        </p:nvSpPr>
        <p:spPr>
          <a:xfrm>
            <a:off x="59725" y="1621818"/>
            <a:ext cx="3519533"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E" sz="2800" b="0" i="0" u="none" strike="noStrike" kern="0" cap="none" spc="0" normalizeH="0" baseline="0" noProof="0" smtClean="0">
                <a:ln>
                  <a:noFill/>
                </a:ln>
                <a:solidFill>
                  <a:srgbClr val="002D57"/>
                </a:solidFill>
                <a:effectLst/>
                <a:uLnTx/>
                <a:uFillTx/>
                <a:latin typeface="Calibri" panose="020F0502020204030204" pitchFamily="34" charset="0"/>
                <a:cs typeface="Calibri" panose="020F0502020204030204" pitchFamily="34" charset="0"/>
                <a:sym typeface="Arial"/>
              </a:rPr>
              <a:t>Output looks like this:</a:t>
            </a:r>
            <a:endParaRPr kumimoji="0" lang="en-US" sz="2800" b="0" i="0" u="none" strike="noStrike" kern="0" cap="none" spc="0" normalizeH="0" baseline="0" noProof="0" dirty="0">
              <a:ln>
                <a:noFill/>
              </a:ln>
              <a:solidFill>
                <a:srgbClr val="002D57"/>
              </a:solidFill>
              <a:effectLst/>
              <a:uLnTx/>
              <a:uFillTx/>
              <a:latin typeface="Calibri" panose="020F0502020204030204" pitchFamily="34" charset="0"/>
              <a:cs typeface="Calibri" panose="020F0502020204030204" pitchFamily="34" charset="0"/>
              <a:sym typeface="Arial"/>
            </a:endParaRPr>
          </a:p>
        </p:txBody>
      </p:sp>
      <p:sp>
        <p:nvSpPr>
          <p:cNvPr id="2" name="Rectangle 1"/>
          <p:cNvSpPr/>
          <p:nvPr/>
        </p:nvSpPr>
        <p:spPr>
          <a:xfrm>
            <a:off x="5290457" y="3896026"/>
            <a:ext cx="6096000" cy="369332"/>
          </a:xfrm>
          <a:prstGeom prst="rect">
            <a:avLst/>
          </a:prstGeom>
        </p:spPr>
        <p:txBody>
          <a:bodyPr>
            <a:spAutoFit/>
          </a:bodyPr>
          <a:lstStyle/>
          <a:p>
            <a:endParaRPr lang="en-IE"/>
          </a:p>
        </p:txBody>
      </p:sp>
      <p:sp>
        <p:nvSpPr>
          <p:cNvPr id="10" name="Rectangle 9"/>
          <p:cNvSpPr/>
          <p:nvPr/>
        </p:nvSpPr>
        <p:spPr>
          <a:xfrm>
            <a:off x="59725" y="889185"/>
            <a:ext cx="10651818" cy="449758"/>
          </a:xfrm>
          <a:prstGeom prst="rect">
            <a:avLst/>
          </a:prstGeom>
          <a:gradFill flip="none" rotWithShape="1">
            <a:gsLst>
              <a:gs pos="0">
                <a:srgbClr val="FED548"/>
              </a:gs>
              <a:gs pos="0">
                <a:srgbClr val="FFFF00">
                  <a:alpha val="0"/>
                </a:srgbClr>
              </a:gs>
              <a:gs pos="100000">
                <a:srgbClr val="FFC000">
                  <a:lumMod val="100000"/>
                </a:srgbClr>
              </a:gs>
            </a:gsLst>
            <a:lin ang="2700000" scaled="1"/>
            <a:tileRect/>
          </a:gradFill>
          <a:ln w="50800" cap="flat" cmpd="sng" algn="ctr">
            <a:solidFill>
              <a:srgbClr val="3872A4"/>
            </a:solidFill>
            <a:prstDash val="solid"/>
            <a:miter lim="800000"/>
          </a:ln>
          <a:effectLst/>
        </p:spPr>
        <p:txBody>
          <a:bodyPr rot="0" spcFirstLastPara="0" vert="horz" wrap="square" lIns="121920" tIns="60960" rIns="121920" bIns="60960" numCol="1" spcCol="0" rtlCol="0" fromWordArt="0" anchor="ctr" anchorCtr="0" forceAA="0" compatLnSpc="1">
            <a:prstTxWarp prst="textNoShape">
              <a:avLst/>
            </a:prstTxWarp>
            <a:noAutofit/>
          </a:bodyPr>
          <a:lstStyle/>
          <a:p>
            <a:pPr>
              <a:buClr>
                <a:srgbClr val="000000"/>
              </a:buClr>
              <a:buFont typeface="Arial"/>
              <a:buNone/>
            </a:pPr>
            <a:r>
              <a:rPr lang="en-US" kern="0">
                <a:solidFill>
                  <a:schemeClr val="tx1">
                    <a:lumMod val="50000"/>
                  </a:schemeClr>
                </a:solidFill>
                <a:latin typeface="Courier New" panose="02070309020205020404" pitchFamily="49" charset="0"/>
                <a:cs typeface="Courier New" panose="02070309020205020404" pitchFamily="49" charset="0"/>
              </a:rPr>
              <a:t>print(fifa_df1.groupby(['nationality', 'age'])['wage_eur'].mean().</a:t>
            </a:r>
            <a:r>
              <a:rPr lang="en-US" kern="0" smtClean="0">
                <a:solidFill>
                  <a:schemeClr val="tx1">
                    <a:lumMod val="50000"/>
                  </a:schemeClr>
                </a:solidFill>
                <a:latin typeface="Courier New" panose="02070309020205020404" pitchFamily="49" charset="0"/>
                <a:cs typeface="Courier New" panose="02070309020205020404" pitchFamily="49" charset="0"/>
              </a:rPr>
              <a:t>head(20</a:t>
            </a:r>
            <a:r>
              <a:rPr lang="en-US" kern="0">
                <a:solidFill>
                  <a:schemeClr val="tx1">
                    <a:lumMod val="50000"/>
                  </a:schemeClr>
                </a:solidFill>
                <a:latin typeface="Courier New" panose="02070309020205020404" pitchFamily="49" charset="0"/>
                <a:cs typeface="Courier New" panose="02070309020205020404" pitchFamily="49" charset="0"/>
              </a:rPr>
              <a:t>))</a:t>
            </a:r>
            <a:endParaRPr lang="en-IE" sz="2000" kern="0">
              <a:solidFill>
                <a:schemeClr val="tx1">
                  <a:lumMod val="50000"/>
                </a:schemeClr>
              </a:solidFill>
              <a:latin typeface="Courier New" panose="02070309020205020404" pitchFamily="49" charset="0"/>
              <a:cs typeface="Courier New" panose="02070309020205020404" pitchFamily="49" charset="0"/>
            </a:endParaRPr>
          </a:p>
        </p:txBody>
      </p:sp>
      <p:sp>
        <p:nvSpPr>
          <p:cNvPr id="4" name="Rectangle 3"/>
          <p:cNvSpPr/>
          <p:nvPr/>
        </p:nvSpPr>
        <p:spPr>
          <a:xfrm>
            <a:off x="3777343" y="1664646"/>
            <a:ext cx="3940628" cy="4832092"/>
          </a:xfrm>
          <a:prstGeom prst="rect">
            <a:avLst/>
          </a:prstGeom>
        </p:spPr>
        <p:txBody>
          <a:bodyPr wrap="square">
            <a:spAutoFit/>
          </a:bodyPr>
          <a:lstStyle/>
          <a:p>
            <a:r>
              <a:rPr lang="en-IE" sz="1400"/>
              <a:t>nationality  age</a:t>
            </a:r>
          </a:p>
          <a:p>
            <a:r>
              <a:rPr lang="en-IE" sz="1400"/>
              <a:t>Afghanistan  22      2000.000000</a:t>
            </a:r>
          </a:p>
          <a:p>
            <a:r>
              <a:rPr lang="en-IE" sz="1400"/>
              <a:t>             </a:t>
            </a:r>
            <a:r>
              <a:rPr lang="en-IE" sz="1400" smtClean="0"/>
              <a:t>	  28      </a:t>
            </a:r>
            <a:r>
              <a:rPr lang="en-IE" sz="1400"/>
              <a:t>1000.000000</a:t>
            </a:r>
          </a:p>
          <a:p>
            <a:r>
              <a:rPr lang="en-IE" sz="1400"/>
              <a:t>Albania  </a:t>
            </a:r>
            <a:r>
              <a:rPr lang="en-IE" sz="1400" smtClean="0"/>
              <a:t>18       </a:t>
            </a:r>
            <a:r>
              <a:rPr lang="en-IE" sz="1400"/>
              <a:t>900.000000</a:t>
            </a:r>
          </a:p>
          <a:p>
            <a:r>
              <a:rPr lang="en-IE" sz="1400"/>
              <a:t>             19      1000.000000</a:t>
            </a:r>
          </a:p>
          <a:p>
            <a:r>
              <a:rPr lang="en-IE" sz="1400"/>
              <a:t>             20      5371.428571</a:t>
            </a:r>
          </a:p>
          <a:p>
            <a:r>
              <a:rPr lang="en-IE" sz="1400"/>
              <a:t>             21      1500.000000</a:t>
            </a:r>
          </a:p>
          <a:p>
            <a:r>
              <a:rPr lang="en-IE" sz="1400"/>
              <a:t>             22      2000.000000</a:t>
            </a:r>
          </a:p>
          <a:p>
            <a:r>
              <a:rPr lang="en-IE" sz="1400"/>
              <a:t>             23     16625.000000</a:t>
            </a:r>
          </a:p>
          <a:p>
            <a:r>
              <a:rPr lang="en-IE" sz="1400"/>
              <a:t>             24      1950.000000</a:t>
            </a:r>
          </a:p>
          <a:p>
            <a:r>
              <a:rPr lang="en-IE" sz="1400"/>
              <a:t>             25     30000.000000</a:t>
            </a:r>
          </a:p>
          <a:p>
            <a:r>
              <a:rPr lang="en-IE" sz="1400"/>
              <a:t>             26     15250.000000</a:t>
            </a:r>
          </a:p>
          <a:p>
            <a:r>
              <a:rPr lang="en-IE" sz="1400"/>
              <a:t>             27     22500.000000</a:t>
            </a:r>
          </a:p>
          <a:p>
            <a:r>
              <a:rPr lang="en-IE" sz="1400"/>
              <a:t>             28      5750.000000</a:t>
            </a:r>
          </a:p>
          <a:p>
            <a:r>
              <a:rPr lang="en-IE" sz="1400"/>
              <a:t>             29      8200.000000</a:t>
            </a:r>
          </a:p>
          <a:p>
            <a:r>
              <a:rPr lang="en-IE" sz="1400"/>
              <a:t>             30      7333.333333</a:t>
            </a:r>
          </a:p>
          <a:p>
            <a:r>
              <a:rPr lang="en-IE" sz="1400"/>
              <a:t>             31       500.000000</a:t>
            </a:r>
          </a:p>
          <a:p>
            <a:r>
              <a:rPr lang="en-IE" sz="1400"/>
              <a:t>             32       950.000000</a:t>
            </a:r>
          </a:p>
          <a:p>
            <a:r>
              <a:rPr lang="en-IE" sz="1400"/>
              <a:t>             34      4000.000000</a:t>
            </a:r>
          </a:p>
          <a:p>
            <a:r>
              <a:rPr lang="en-IE" sz="1400"/>
              <a:t>Algeria      20      9000.000000</a:t>
            </a:r>
          </a:p>
          <a:p>
            <a:r>
              <a:rPr lang="en-IE" sz="1400"/>
              <a:t>             22     13500.000000</a:t>
            </a:r>
          </a:p>
          <a:p>
            <a:r>
              <a:rPr lang="en-IE" sz="1400"/>
              <a:t>Name: wage_eur, dtype: float64</a:t>
            </a:r>
          </a:p>
        </p:txBody>
      </p:sp>
    </p:spTree>
    <p:extLst>
      <p:ext uri="{BB962C8B-B14F-4D97-AF65-F5344CB8AC3E}">
        <p14:creationId xmlns:p14="http://schemas.microsoft.com/office/powerpoint/2010/main" val="188920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1483" y="144454"/>
            <a:ext cx="10390000" cy="1143000"/>
          </a:xfrm>
        </p:spPr>
        <p:txBody>
          <a:bodyPr>
            <a:normAutofit/>
          </a:bodyPr>
          <a:lstStyle/>
          <a:p>
            <a:r>
              <a:rPr lang="en-US" sz="4000" dirty="0" smtClean="0"/>
              <a:t>Data Science – One Definition</a:t>
            </a:r>
            <a:endParaRPr lang="en-US" sz="4000" dirty="0"/>
          </a:p>
        </p:txBody>
      </p:sp>
      <p:sp>
        <p:nvSpPr>
          <p:cNvPr id="5" name="Right Arrow 4"/>
          <p:cNvSpPr/>
          <p:nvPr/>
        </p:nvSpPr>
        <p:spPr>
          <a:xfrm>
            <a:off x="2178663" y="2300268"/>
            <a:ext cx="2081827" cy="1086805"/>
          </a:xfrm>
          <a:prstGeom prst="rightArrow">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2" descr="http://static.squarespace.com/static/5150aec6e4b0e340ec52710a/t/51525c33e4b0b3e0d10f77ab/1364352052403/Data_Science_VD.png"/>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175032" y="1417639"/>
            <a:ext cx="5029200" cy="4800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5131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4751063" y="5679444"/>
            <a:ext cx="1600200" cy="628650"/>
          </a:xfrm>
          <a:prstGeom prst="rect">
            <a:avLst/>
          </a:prstGeom>
        </p:spPr>
      </p:pic>
      <p:sp>
        <p:nvSpPr>
          <p:cNvPr id="3" name="Rectangle 2"/>
          <p:cNvSpPr/>
          <p:nvPr/>
        </p:nvSpPr>
        <p:spPr>
          <a:xfrm>
            <a:off x="6469722" y="5809103"/>
            <a:ext cx="1428596" cy="369332"/>
          </a:xfrm>
          <a:prstGeom prst="rect">
            <a:avLst/>
          </a:prstGeom>
        </p:spPr>
        <p:txBody>
          <a:bodyPr wrap="none">
            <a:spAutoFit/>
          </a:bodyPr>
          <a:lstStyle/>
          <a:p>
            <a:r>
              <a:rPr lang="en-IE" b="1" smtClean="0">
                <a:solidFill>
                  <a:srgbClr val="262262"/>
                </a:solidFill>
              </a:rPr>
              <a:t>© PDST 2021</a:t>
            </a:r>
            <a:endParaRPr lang="en-IE" b="1">
              <a:solidFill>
                <a:srgbClr val="262262"/>
              </a:solidFill>
            </a:endParaRPr>
          </a:p>
        </p:txBody>
      </p:sp>
      <p:pic>
        <p:nvPicPr>
          <p:cNvPr id="4" name="Picture 3"/>
          <p:cNvPicPr>
            <a:picLocks noChangeAspect="1"/>
          </p:cNvPicPr>
          <p:nvPr/>
        </p:nvPicPr>
        <p:blipFill>
          <a:blip r:embed="rId4"/>
          <a:stretch>
            <a:fillRect/>
          </a:stretch>
        </p:blipFill>
        <p:spPr>
          <a:xfrm>
            <a:off x="4333875" y="2586037"/>
            <a:ext cx="3524250" cy="1685925"/>
          </a:xfrm>
          <a:prstGeom prst="rect">
            <a:avLst/>
          </a:prstGeom>
        </p:spPr>
      </p:pic>
    </p:spTree>
    <p:extLst>
      <p:ext uri="{BB962C8B-B14F-4D97-AF65-F5344CB8AC3E}">
        <p14:creationId xmlns:p14="http://schemas.microsoft.com/office/powerpoint/2010/main" val="39985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PDST">
  <a:themeElements>
    <a:clrScheme name="PDST">
      <a:dk1>
        <a:srgbClr val="595959"/>
      </a:dk1>
      <a:lt1>
        <a:srgbClr val="FFFFFF"/>
      </a:lt1>
      <a:dk2>
        <a:srgbClr val="12436F"/>
      </a:dk2>
      <a:lt2>
        <a:srgbClr val="E7E6E6"/>
      </a:lt2>
      <a:accent1>
        <a:srgbClr val="12436F"/>
      </a:accent1>
      <a:accent2>
        <a:srgbClr val="408763"/>
      </a:accent2>
      <a:accent3>
        <a:srgbClr val="BADAF0"/>
      </a:accent3>
      <a:accent4>
        <a:srgbClr val="BAD3C8"/>
      </a:accent4>
      <a:accent5>
        <a:srgbClr val="FAD5E5"/>
      </a:accent5>
      <a:accent6>
        <a:srgbClr val="A7A3CB"/>
      </a:accent6>
      <a:hlink>
        <a:srgbClr val="595959"/>
      </a:hlink>
      <a:folHlink>
        <a:srgbClr val="59595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2338</TotalTime>
  <Words>1268</Words>
  <Application>Microsoft Office PowerPoint</Application>
  <PresentationFormat>Widescreen</PresentationFormat>
  <Paragraphs>340</Paragraphs>
  <Slides>28</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Courier New</vt:lpstr>
      <vt:lpstr>PDST</vt:lpstr>
      <vt:lpstr>Using pandas to get started with ALT2 </vt:lpstr>
      <vt:lpstr>PowerPoint Presentation</vt:lpstr>
      <vt:lpstr>The Data Cycle A framework for ALT2</vt:lpstr>
      <vt:lpstr>Data Sets</vt:lpstr>
      <vt:lpstr>PowerPoint Presentation</vt:lpstr>
      <vt:lpstr>Fifa 21 player dataset</vt:lpstr>
      <vt:lpstr>Pandas</vt:lpstr>
      <vt:lpstr>What kind of data does pandas handle?</vt:lpstr>
      <vt:lpstr>Pandas – reading in a CSV file</vt:lpstr>
      <vt:lpstr>Pandas – selecting specific columns from a DataFrame</vt:lpstr>
      <vt:lpstr>Pandas</vt:lpstr>
      <vt:lpstr>Pandas – selecting specific rows from a DataFrame</vt:lpstr>
      <vt:lpstr>Pandas – selecting specific rows from a DataFrame</vt:lpstr>
      <vt:lpstr>Filter by nationality</vt:lpstr>
      <vt:lpstr>Premier league players over 30</vt:lpstr>
      <vt:lpstr>Pandas – selecting specific rows and columns from a DataFrame</vt:lpstr>
      <vt:lpstr>Filter by row and column</vt:lpstr>
      <vt:lpstr>Aggregrating Data</vt:lpstr>
      <vt:lpstr>Count players by nationality</vt:lpstr>
      <vt:lpstr>Minumum, Maximum and Averages </vt:lpstr>
      <vt:lpstr>Grouping Data</vt:lpstr>
      <vt:lpstr>PowerPoint Presentation</vt:lpstr>
      <vt:lpstr>Plotting grouped data … </vt:lpstr>
      <vt:lpstr>Attempt #1</vt:lpstr>
      <vt:lpstr>Player wage by league</vt:lpstr>
      <vt:lpstr>Player wage by nationality and age</vt:lpstr>
      <vt:lpstr>Data Science – One Definition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Libraries for ALT2  A quick introduction</dc:title>
  <dc:creator>Joe English</dc:creator>
  <cp:lastModifiedBy>Joe English</cp:lastModifiedBy>
  <cp:revision>40</cp:revision>
  <dcterms:created xsi:type="dcterms:W3CDTF">2021-01-29T11:08:51Z</dcterms:created>
  <dcterms:modified xsi:type="dcterms:W3CDTF">2021-02-24T10:14:39Z</dcterms:modified>
</cp:coreProperties>
</file>