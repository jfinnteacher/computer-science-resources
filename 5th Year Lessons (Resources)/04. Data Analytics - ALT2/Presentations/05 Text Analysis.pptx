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15469d0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15469d0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15469d0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15469d0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15469d0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15469d0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15469d07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015469d07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15469d07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15469d07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3schools.com/python/ref_file_readline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Text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38" y="0"/>
            <a:ext cx="73667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593"/>
            <a:ext cx="9143999" cy="495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5764"/>
            <a:ext cx="9143999" cy="4451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35" y="0"/>
            <a:ext cx="897933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Readlines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https://www.w3schools.com/python/ref_file_readlines.asp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