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fda8c1f0f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fda8c1f0f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6fda8c1f0f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6fda8c1f0f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6fda8c1f0f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6fda8c1f0f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6fda8c1f0f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6fda8c1f0f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Text Files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Text files are one of the most versatile files for computer scientists. 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Example of creating a text file and entering data.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-GB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ile = open(“myFirstTextFile.txt”,”w”)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file.write(“Test text”)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file.close()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35275"/>
            <a:ext cx="8520600" cy="44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file = open(“myFirstTextFile.txt”,”w”)</a:t>
            </a:r>
            <a:endParaRPr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 first line allows access to the file.  If the file does not exist, Python automatically creates it for you.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  <a:r>
              <a:rPr lang="en-GB">
                <a:solidFill>
                  <a:srgbClr val="000000"/>
                </a:solidFill>
              </a:rPr>
              <a:t> (on the first line)  is just a variable name.  The </a:t>
            </a:r>
            <a:r>
              <a:rPr lang="en-GB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open </a:t>
            </a:r>
            <a:r>
              <a:rPr lang="en-GB">
                <a:solidFill>
                  <a:srgbClr val="000000"/>
                </a:solidFill>
              </a:rPr>
              <a:t>method takes two arguments: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 first argument is a string that is the file name.  You also need the file extension.  For a text file, this is .txt.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 second argument is what you are doing with the file.  There are three options: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“</a:t>
            </a:r>
            <a:r>
              <a:rPr lang="en-GB">
                <a:solidFill>
                  <a:srgbClr val="000000"/>
                </a:solidFill>
              </a:rPr>
              <a:t>w</a:t>
            </a:r>
            <a:r>
              <a:rPr lang="en-GB">
                <a:solidFill>
                  <a:srgbClr val="000000"/>
                </a:solidFill>
              </a:rPr>
              <a:t>” - write.  This will overwrite any previous contents.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“a” - append.  This adds the text to the end of the current contents.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“r” - read.  This read the contents of the file as a string.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48800"/>
            <a:ext cx="8520600" cy="44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file.write(“Test text”)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second line of code, we pass a string in as an argument to be written to the file.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file.close()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third line of code closes the connection to the file.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Python must request to open a file, it must also say when it is complete and release the file.  If you don’t then you may get an error when trying to use this file again.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Reading the file</a:t>
            </a:r>
            <a:endParaRPr b="1"/>
          </a:p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To read in the same file we just created, we could do the following: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-GB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ile = open(“myFirstTextFile.txt”, “r”)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dataIn = file.read()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file.close()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print(dataIn)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