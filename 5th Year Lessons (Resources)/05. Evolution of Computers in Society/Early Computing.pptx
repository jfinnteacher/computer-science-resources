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5143500" cx="9144000"/>
  <p:notesSz cx="6858000" cy="9144000"/>
  <p:embeddedFontLst>
    <p:embeddedFont>
      <p:font typeface="Raleway"/>
      <p:regular r:id="rId12"/>
      <p:bold r:id="rId13"/>
      <p:italic r:id="rId14"/>
      <p:boldItalic r:id="rId15"/>
    </p:embeddedFont>
    <p:embeddedFont>
      <p:font typeface="Lat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Raleway-bold.fntdata"/><Relationship Id="rId12" Type="http://schemas.openxmlformats.org/officeDocument/2006/relationships/font" Target="fonts/Raleway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Raleway-boldItalic.fntdata"/><Relationship Id="rId14" Type="http://schemas.openxmlformats.org/officeDocument/2006/relationships/font" Target="fonts/Raleway-italic.fntdata"/><Relationship Id="rId17" Type="http://schemas.openxmlformats.org/officeDocument/2006/relationships/font" Target="fonts/Lato-bold.fntdata"/><Relationship Id="rId16" Type="http://schemas.openxmlformats.org/officeDocument/2006/relationships/font" Target="fonts/Lato-regular.fntdata"/><Relationship Id="rId5" Type="http://schemas.openxmlformats.org/officeDocument/2006/relationships/slide" Target="slides/slide1.xml"/><Relationship Id="rId19" Type="http://schemas.openxmlformats.org/officeDocument/2006/relationships/font" Target="fonts/Lato-boldItalic.fntdata"/><Relationship Id="rId6" Type="http://schemas.openxmlformats.org/officeDocument/2006/relationships/slide" Target="slides/slide2.xml"/><Relationship Id="rId18" Type="http://schemas.openxmlformats.org/officeDocument/2006/relationships/font" Target="fonts/Lato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4b8354115f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4b8354115f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4b8354115f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4b8354115f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4b8354115f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4b8354115f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4b8354115f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4b8354115f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4b8354115f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4b8354115f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4b8354115f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4b8354115f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www.youtube.com/watch?v=O5nskjZ_GoI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Early Computing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100 years of Computing Developments</a:t>
            </a:r>
            <a:endParaRPr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94" name="Google Shape;9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6963" y="1917975"/>
            <a:ext cx="6677025" cy="270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01" name="Google Shape;10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1113" y="1190625"/>
            <a:ext cx="6581775" cy="276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>
                <a:solidFill>
                  <a:schemeClr val="hlink"/>
                </a:solidFill>
                <a:hlinkClick r:id="rId3"/>
              </a:rPr>
              <a:t>https://www.youtube.com/watch?v=O5nskjZ_GoI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Important Developments</a:t>
            </a:r>
            <a:endParaRPr/>
          </a:p>
        </p:txBody>
      </p:sp>
      <p:sp>
        <p:nvSpPr>
          <p:cNvPr id="113" name="Google Shape;113;p1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Early 19th Century</a:t>
            </a:r>
            <a:endParaRPr b="1" sz="1800"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Analytical Engine - Charles Babbage’s general purpose machine.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Ada Lovelace published the first algorithm intended for a computer.</a:t>
            </a:r>
            <a:endParaRPr sz="1800"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Important Developments</a:t>
            </a:r>
            <a:endParaRPr/>
          </a:p>
        </p:txBody>
      </p:sp>
      <p:sp>
        <p:nvSpPr>
          <p:cNvPr id="119" name="Google Shape;119;p1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1800"/>
              <a:t>19th Century</a:t>
            </a:r>
            <a:endParaRPr b="1" sz="1800"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Telegraph and telephone were invented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Maxwell predicted radio wave to exist and published laws of electromagnetism resulting in Marconi’s transmission of radio waves across the Atlantic in 1901.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Important Developments</a:t>
            </a:r>
            <a:endParaRPr/>
          </a:p>
        </p:txBody>
      </p:sp>
      <p:sp>
        <p:nvSpPr>
          <p:cNvPr id="125" name="Google Shape;125;p1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1920’s</a:t>
            </a:r>
            <a:endParaRPr b="1" sz="1800"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Automobiles become affordable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Modern Electronic TV invented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Communication and travel revolutionised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Information revolution about to begin.</a:t>
            </a:r>
            <a:endParaRPr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